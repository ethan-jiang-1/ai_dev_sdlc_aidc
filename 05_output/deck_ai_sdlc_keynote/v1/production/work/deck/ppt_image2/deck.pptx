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_ope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_why_software_fir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_one_tool_two_m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_the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_sdlc_premise_g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deer_valley_engel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beck_fow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_fable5_bottlen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_the_ch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too_fast_to_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_on_the_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_mid_pack_at_ri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block_vs_cloudfl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bpm_sdlc_tw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framed_auton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four_l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overseas_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_china_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roman_leg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_measurers_not_bui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conver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_what_will_you_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