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80fb2b4ab494b" /><Relationship Type="http://schemas.openxmlformats.org/officeDocument/2006/relationships/extended-properties" Target="/docProps/app.xml" Id="R5ddf6d5addf74431" /><Relationship Type="http://schemas.openxmlformats.org/officeDocument/2006/relationships/officeDocument" Target="/ppt/presentation.xml" Id="Rcabafbda4521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66636388294e12"/>
  </p:sldMasterIdLst>
  <p:notesMasterIdLst>
    <p:notesMasterId xmlns:r="http://schemas.openxmlformats.org/officeDocument/2006/relationships" r:id="Ra3594d0488404b25"/>
  </p:notesMasterIdLst>
  <p:sldIdLst>
    <p:sldId xmlns:r="http://schemas.openxmlformats.org/officeDocument/2006/relationships" id="256" r:id="Rdab8f9011a0b4c65"/>
    <p:sldId xmlns:r="http://schemas.openxmlformats.org/officeDocument/2006/relationships" id="257" r:id="Rfdb0c077ea2d4e70"/>
    <p:sldId xmlns:r="http://schemas.openxmlformats.org/officeDocument/2006/relationships" id="258" r:id="Rc4a8f10611774206"/>
    <p:sldId xmlns:r="http://schemas.openxmlformats.org/officeDocument/2006/relationships" id="259" r:id="R08e3ec1a6b6f4cd5"/>
    <p:sldId xmlns:r="http://schemas.openxmlformats.org/officeDocument/2006/relationships" id="260" r:id="Ra7a960e0f2b54efb"/>
    <p:sldId xmlns:r="http://schemas.openxmlformats.org/officeDocument/2006/relationships" id="261" r:id="R504fd0bfc0e74ef4"/>
    <p:sldId xmlns:r="http://schemas.openxmlformats.org/officeDocument/2006/relationships" id="262" r:id="R1f588b6858f54e9c"/>
    <p:sldId xmlns:r="http://schemas.openxmlformats.org/officeDocument/2006/relationships" id="263" r:id="R37273f7820d54a58"/>
    <p:sldId xmlns:r="http://schemas.openxmlformats.org/officeDocument/2006/relationships" id="264" r:id="Re47c95776c424e30"/>
    <p:sldId xmlns:r="http://schemas.openxmlformats.org/officeDocument/2006/relationships" id="265" r:id="R4760b34c3a674a70"/>
    <p:sldId xmlns:r="http://schemas.openxmlformats.org/officeDocument/2006/relationships" id="266" r:id="R25b62a4971054ff0"/>
    <p:sldId xmlns:r="http://schemas.openxmlformats.org/officeDocument/2006/relationships" id="267" r:id="R6d4774b535804abf"/>
    <p:sldId xmlns:r="http://schemas.openxmlformats.org/officeDocument/2006/relationships" id="268" r:id="R5ca04ee5980949ed"/>
    <p:sldId xmlns:r="http://schemas.openxmlformats.org/officeDocument/2006/relationships" id="269" r:id="Rfcf0b55292b04b01"/>
    <p:sldId xmlns:r="http://schemas.openxmlformats.org/officeDocument/2006/relationships" id="270" r:id="Re28c0b6cd6ea4c13"/>
    <p:sldId xmlns:r="http://schemas.openxmlformats.org/officeDocument/2006/relationships" id="271" r:id="R13340c38dacf4973"/>
    <p:sldId xmlns:r="http://schemas.openxmlformats.org/officeDocument/2006/relationships" id="272" r:id="R57a6f5656bba4552"/>
    <p:sldId xmlns:r="http://schemas.openxmlformats.org/officeDocument/2006/relationships" id="273" r:id="Rfddabb87ae4b46e4"/>
    <p:sldId xmlns:r="http://schemas.openxmlformats.org/officeDocument/2006/relationships" id="274" r:id="R97f5933f31d44ca7"/>
    <p:sldId xmlns:r="http://schemas.openxmlformats.org/officeDocument/2006/relationships" id="275" r:id="R1e0bebacdabd4edc"/>
    <p:sldId xmlns:r="http://schemas.openxmlformats.org/officeDocument/2006/relationships" id="276" r:id="Rf26d445e70214386"/>
    <p:sldId xmlns:r="http://schemas.openxmlformats.org/officeDocument/2006/relationships" id="277" r:id="R91e739b2f0bb4696"/>
    <p:sldId xmlns:r="http://schemas.openxmlformats.org/officeDocument/2006/relationships" id="278" r:id="R33cff5933bc748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b29a8556d43a1" /><Relationship Type="http://schemas.openxmlformats.org/officeDocument/2006/relationships/slideMaster" Target="/ppt/slideMasters/slideMaster1.xml" Id="R9166636388294e12" /><Relationship Type="http://schemas.openxmlformats.org/officeDocument/2006/relationships/notesMaster" Target="/ppt/notesMasters/notesMaster1.xml" Id="Ra3594d0488404b25" /><Relationship Type="http://schemas.openxmlformats.org/officeDocument/2006/relationships/presProps" Target="/ppt/presProps.xml" Id="R2a8f36bdd2704571" /><Relationship Type="http://schemas.openxmlformats.org/officeDocument/2006/relationships/viewProps" Target="/ppt/viewProps.xml" Id="Rf236da597249461d" /><Relationship Type="http://schemas.openxmlformats.org/officeDocument/2006/relationships/tableStyles" Target="/ppt/tableStyles.xml" Id="R019694059b3f4594" /><Relationship Type="http://schemas.openxmlformats.org/officeDocument/2006/relationships/slide" Target="/ppt/slides/slide1.xml" Id="Rdab8f9011a0b4c65" /><Relationship Type="http://schemas.openxmlformats.org/officeDocument/2006/relationships/slide" Target="/ppt/slides/slide2.xml" Id="Rfdb0c077ea2d4e70" /><Relationship Type="http://schemas.openxmlformats.org/officeDocument/2006/relationships/slide" Target="/ppt/slides/slide3.xml" Id="Rc4a8f10611774206" /><Relationship Type="http://schemas.openxmlformats.org/officeDocument/2006/relationships/slide" Target="/ppt/slides/slide4.xml" Id="R08e3ec1a6b6f4cd5" /><Relationship Type="http://schemas.openxmlformats.org/officeDocument/2006/relationships/slide" Target="/ppt/slides/slide5.xml" Id="Ra7a960e0f2b54efb" /><Relationship Type="http://schemas.openxmlformats.org/officeDocument/2006/relationships/slide" Target="/ppt/slides/slide6.xml" Id="R504fd0bfc0e74ef4" /><Relationship Type="http://schemas.openxmlformats.org/officeDocument/2006/relationships/slide" Target="/ppt/slides/slide7.xml" Id="R1f588b6858f54e9c" /><Relationship Type="http://schemas.openxmlformats.org/officeDocument/2006/relationships/slide" Target="/ppt/slides/slide8.xml" Id="R37273f7820d54a58" /><Relationship Type="http://schemas.openxmlformats.org/officeDocument/2006/relationships/slide" Target="/ppt/slides/slide9.xml" Id="Re47c95776c424e30" /><Relationship Type="http://schemas.openxmlformats.org/officeDocument/2006/relationships/slide" Target="/ppt/slides/slide10.xml" Id="R4760b34c3a674a70" /><Relationship Type="http://schemas.openxmlformats.org/officeDocument/2006/relationships/slide" Target="/ppt/slides/slide11.xml" Id="R25b62a4971054ff0" /><Relationship Type="http://schemas.openxmlformats.org/officeDocument/2006/relationships/slide" Target="/ppt/slides/slide12.xml" Id="R6d4774b535804abf" /><Relationship Type="http://schemas.openxmlformats.org/officeDocument/2006/relationships/slide" Target="/ppt/slides/slide13.xml" Id="R5ca04ee5980949ed" /><Relationship Type="http://schemas.openxmlformats.org/officeDocument/2006/relationships/slide" Target="/ppt/slides/slide14.xml" Id="Rfcf0b55292b04b01" /><Relationship Type="http://schemas.openxmlformats.org/officeDocument/2006/relationships/slide" Target="/ppt/slides/slide15.xml" Id="Re28c0b6cd6ea4c13" /><Relationship Type="http://schemas.openxmlformats.org/officeDocument/2006/relationships/slide" Target="/ppt/slides/slide16.xml" Id="R13340c38dacf4973" /><Relationship Type="http://schemas.openxmlformats.org/officeDocument/2006/relationships/slide" Target="/ppt/slides/slide17.xml" Id="R57a6f5656bba4552" /><Relationship Type="http://schemas.openxmlformats.org/officeDocument/2006/relationships/slide" Target="/ppt/slides/slide18.xml" Id="Rfddabb87ae4b46e4" /><Relationship Type="http://schemas.openxmlformats.org/officeDocument/2006/relationships/slide" Target="/ppt/slides/slide19.xml" Id="R97f5933f31d44ca7" /><Relationship Type="http://schemas.openxmlformats.org/officeDocument/2006/relationships/slide" Target="/ppt/slides/slide20.xml" Id="R1e0bebacdabd4edc" /><Relationship Type="http://schemas.openxmlformats.org/officeDocument/2006/relationships/slide" Target="/ppt/slides/slide21.xml" Id="Rf26d445e70214386" /><Relationship Type="http://schemas.openxmlformats.org/officeDocument/2006/relationships/slide" Target="/ppt/slides/slide22.xml" Id="R91e739b2f0bb4696" /><Relationship Type="http://schemas.openxmlformats.org/officeDocument/2006/relationships/slide" Target="/ppt/slides/slide23.xml" Id="R33cff5933bc748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bd867549e48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19836adbe45ce" /><Relationship Type="http://schemas.openxmlformats.org/officeDocument/2006/relationships/notesMaster" Target="/ppt/notesMasters/notesMaster1.xml" Id="R6de39bd8c86d40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02af5f73bf4949" /><Relationship Type="http://schemas.openxmlformats.org/officeDocument/2006/relationships/notesMaster" Target="/ppt/notesMasters/notesMaster1.xml" Id="R0374ba1fa52c4d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58c82478b94976" /><Relationship Type="http://schemas.openxmlformats.org/officeDocument/2006/relationships/notesMaster" Target="/ppt/notesMasters/notesMaster1.xml" Id="R4eda25b3974145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38a920eff74de4" /><Relationship Type="http://schemas.openxmlformats.org/officeDocument/2006/relationships/notesMaster" Target="/ppt/notesMasters/notesMaster1.xml" Id="R940a22c6d0644d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00b5aa26504cc5" /><Relationship Type="http://schemas.openxmlformats.org/officeDocument/2006/relationships/notesMaster" Target="/ppt/notesMasters/notesMaster1.xml" Id="R616f8d653ba340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60e0a61e0949d8" /><Relationship Type="http://schemas.openxmlformats.org/officeDocument/2006/relationships/notesMaster" Target="/ppt/notesMasters/notesMaster1.xml" Id="R495cdc9a53774c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196e78fed84a93" /><Relationship Type="http://schemas.openxmlformats.org/officeDocument/2006/relationships/notesMaster" Target="/ppt/notesMasters/notesMaster1.xml" Id="R8c45a947231d49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5414a6793426a" /><Relationship Type="http://schemas.openxmlformats.org/officeDocument/2006/relationships/notesMaster" Target="/ppt/notesMasters/notesMaster1.xml" Id="R560b5f24c99140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5e1b31422c4433" /><Relationship Type="http://schemas.openxmlformats.org/officeDocument/2006/relationships/notesMaster" Target="/ppt/notesMasters/notesMaster1.xml" Id="R7b46bd47446c46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2ad48502834ebc" /><Relationship Type="http://schemas.openxmlformats.org/officeDocument/2006/relationships/notesMaster" Target="/ppt/notesMasters/notesMaster1.xml" Id="Rd190ed9519b648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cf55c5091f4773" /><Relationship Type="http://schemas.openxmlformats.org/officeDocument/2006/relationships/notesMaster" Target="/ppt/notesMasters/notesMaster1.xml" Id="Rb9e9a3b59c1f45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570cd004874443" /><Relationship Type="http://schemas.openxmlformats.org/officeDocument/2006/relationships/notesMaster" Target="/ppt/notesMasters/notesMaster1.xml" Id="R2ef43f199bdd40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8b3d44711f4e31" /><Relationship Type="http://schemas.openxmlformats.org/officeDocument/2006/relationships/notesMaster" Target="/ppt/notesMasters/notesMaster1.xml" Id="Rd2e92b9d3fb941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dc4daeb8414ca0" /><Relationship Type="http://schemas.openxmlformats.org/officeDocument/2006/relationships/notesMaster" Target="/ppt/notesMasters/notesMaster1.xml" Id="R6d4305a969a142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26024cec414227" /><Relationship Type="http://schemas.openxmlformats.org/officeDocument/2006/relationships/notesMaster" Target="/ppt/notesMasters/notesMaster1.xml" Id="Ref36dd23839144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6cdfcd750a4c64" /><Relationship Type="http://schemas.openxmlformats.org/officeDocument/2006/relationships/notesMaster" Target="/ppt/notesMasters/notesMaster1.xml" Id="Re195217e3e7544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a5fb264f8f4b94" /><Relationship Type="http://schemas.openxmlformats.org/officeDocument/2006/relationships/notesMaster" Target="/ppt/notesMasters/notesMaster1.xml" Id="R03b293ebc9f54a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30f730ebc548fc" /><Relationship Type="http://schemas.openxmlformats.org/officeDocument/2006/relationships/notesMaster" Target="/ppt/notesMasters/notesMaster1.xml" Id="R905a9170feaf43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1c4c3b95af432a" /><Relationship Type="http://schemas.openxmlformats.org/officeDocument/2006/relationships/notesMaster" Target="/ppt/notesMasters/notesMaster1.xml" Id="R0d5e7a5626ab49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895ef89b1941b0" /><Relationship Type="http://schemas.openxmlformats.org/officeDocument/2006/relationships/notesMaster" Target="/ppt/notesMasters/notesMaster1.xml" Id="Rd973355b26644c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b35fe92a9141fc" /><Relationship Type="http://schemas.openxmlformats.org/officeDocument/2006/relationships/notesMaster" Target="/ppt/notesMasters/notesMaster1.xml" Id="R10bbf251fb104ba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2aa20963884f69" /><Relationship Type="http://schemas.openxmlformats.org/officeDocument/2006/relationships/notesMaster" Target="/ppt/notesMasters/notesMaster1.xml" Id="Rf9a7f2157fb741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044af8c2184c13" /><Relationship Type="http://schemas.openxmlformats.org/officeDocument/2006/relationships/notesMaster" Target="/ppt/notesMasters/notesMaster1.xml" Id="R730f687f6c0f43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Opening: introduce the question carried through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Three anchors establish Harness, Loop, and Graph before the role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underlying claims are sourced on their corresponding later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is the V7 narrative map: information -&gt; reliable execution -&gt; Loop/Graph organization -&gt; the OPC boundary decision. DSH is reserved for the final answer, not introduced as a separate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METR, Measuring AI Ability to Complete Long Tasks, 2025-03-19: https://metr.org/blog/2025-03-19-measuring-ai-ability-to-complete-long-tasks/</a:t>
            </a:r>
          </a:p>
          <a:p xmlns:a="http://schemas.openxmlformats.org/drawingml/2006/main">
            <a:r>
              <a:t>Anthropic, Effective context engineering for AI agents: https://www.anthropic.com/engineering/effective-context-engineering-for-ai-agents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uses these sources for model capability growth and the declining value of prompt-level micromanagement. The five-layer stacking interpretation is this talk's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Prompt/Context slide; show Lost in the Middle curve without introducing claims beyond supplied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Martin Fowler / Birgitta Böckeler, Harness Engineering: https://martinfowler.com/articles/harness-engineering.html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 = Model + Harness. Harness refers to the surrounding system that supplies tools, permissions, validation, execution boundaries, and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Use distinct temporal-loop and spatial-graph structures.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Relationship diagram, not a pyramid; Harness is the reliable execution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Pivot from the relationship map to the reliability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Martin Fowler / Birgitta Böckeler, Harness Engineering: https://martinfowler.com/articles/harness-engineering.html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capability-ceiling / delivery-baseline split is this talk's synthesis of Agent = Model + Harness. The point is not that Harness adds intelligence; it turns permissions, validation, and records into system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Core harness mechanism: retain full Guides/Sensors and deterministic/probabilistic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Storyline basis: talk-ai-coding-evolution/01_storyline/00-storyline-map.md.</a:t>
            </a:r>
          </a:p>
          <a:p xmlns:a="http://schemas.openxmlformats.org/drawingml/2006/main">
            <a:r>
              <a:t>Knowledge Map basis: talk-ai-coding-evolution/_reference/rawdata_dsh-faq-on-digested/07_borrowing-harness-idea/answer.md.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Sandboxing, gates, and traceability are the reliability core. Knowledge Map is intentionally shown as a second layer carried inside that boundary, not as a fourth peer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GraphARC: https://github.com/CodeGraphContext/GraphARC</a:t>
            </a:r>
          </a:p>
          <a:p xmlns:a="http://schemas.openxmlformats.org/drawingml/2006/main">
            <a:r>
              <a:t>Martin Fowler / Birgitta Böckeler, Harness Engineering: https://martinfowler.com/articles/harness-engineering.html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slide's sequencing is the talk's conclusion: deterministic admission gates belong before a proposed Loop or Graph action becomes a real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The Hacker News, 'AWS, Google, and Vercel Agent Flaws Let Attackers Trigger Tools Without Running the Model,' 2026-08-06.</a:t>
            </a:r>
          </a:p>
          <a:p xmlns:a="http://schemas.openxmlformats.org/drawingml/2006/main">
            <a:r>
              <a:t>https://thehackernews.com/2026/08/aws-google-and-vercel-patch-agent-flaws.html</a:t>
            </a:r>
          </a:p>
          <a:p xmlns:a="http://schemas.openxmlformats.org/drawingml/2006/main">
            <a:r>
              <a:t>Local evidence summary: talk-ai-coding-evolution/_reference/rawdata_ai-coding-evolution-final/final_v4/03-2026-harness-era.md.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final line is a narrative bridge, not an external claim: execution authority must have an owner, while the next slide asks when an OPC needs to own the boundary rather than borrow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Decision criterion synthesized from user feedback and talk-ai-coding-evolution/01_storyline/00-storyline-map.md.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 count alone does not justify a custom Harness. The economic threshold is whether model choice, tools, execution world, gates, or knowledge organization have become business-specific and the standard product boundary is limiting real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Anthropic, Building effective agents: https://www.anthropic.com/research/building-effective-agents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Borrowing a mature Harness remains the default. DSH enters only for the exception: when the operating boundary itself needs to change. This slide is not a claim that DSH replaces Codex or Claude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GitHub REST API, deepseek-ai/deepseek-harness: https://api.github.com/repos/deepseek-ai/deepseek-harness</a:t>
            </a:r>
          </a:p>
          <a:p xmlns:a="http://schemas.openxmlformats.org/drawingml/2006/main">
            <a:r>
              <a:t>Captured 2026-08-27: created 2026-08-13, 199,846 stars, 22,820 forks.</a:t>
            </a:r>
          </a:p>
          <a:p xmlns:a="http://schemas.openxmlformats.org/drawingml/2006/main">
            <a:r>
              <a:t>talk-ai-coding-evolution/_reference/rawdata_dsh-plugin-ecosystem-distribution/answer.md (2026-08-27 snapshot, 2,286 entries)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V7 interprets the attention burst as evidence of demand for an extensible Harness boundary. It still does not certify maturity, quality, security, or trustworthiness.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talk-ai-coding-evolution/_reference/rawdata_dsh-plugin-business-ladder/answer.md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self-using owner, the three benefits are saving manual effort, daring to delegate, and reusing combinations the owner has independently verified. External exploration is not external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talk-ai-coding-evolution/_reference/rawdata_dsh-digested/system/00-map.md</a:t>
            </a:r>
          </a:p>
          <a:p xmlns:a="http://schemas.openxmlformats.org/drawingml/2006/main">
            <a:r>
              <a:t>talk-ai-coding-evolution/_reference/rawdata_dsh-faq-on-digested/01_repository-organization/answer.md</a:t>
            </a:r>
          </a:p>
          <a:p xmlns:a="http://schemas.openxmlformats.org/drawingml/2006/main">
            <a:r>
              <a:t>talk-ai-coding-evolution/_reference/rawdata_dsh-plugin-seam-maturity/answer.md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DSH is presented as a composable Harness runtime: inputs vary around shared contracts, while the append-only session log preserves ordered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talk-ai-coding-evolution/_reference/rawdata_dsh-plugin-seam-maturity/answer.md</a:t>
            </a:r>
          </a:p>
          <a:p xmlns:a="http://schemas.openxmlformats.org/drawingml/2006/main">
            <a:r>
              <a:t>talk-ai-coding-evolution/_reference/rawdata_dsh-digested/tools-prompt-llm/00-map.md</a:t>
            </a:r>
          </a:p>
          <a:p xmlns:a="http://schemas.openxmlformats.org/drawingml/2006/main">
            <a:r>
              <a:t>talk-ai-coding-evolution/_reference/rawdata_dsh-digested/capability-seams/00-map.md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turns the mechanism list into responsibility questions: who admits, who replaces, who releases execution, and who can reconstruct facts. Registry, adapters/seams, gates, and session logs are supporting mechanisms.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talk-ai-coding-evolution/_reference/rawdata_dsh-faq-on-digested/07_borrowing-harness-idea/answer.md</a:t>
            </a:r>
          </a:p>
          <a:p xmlns:a="http://schemas.openxmlformats.org/drawingml/2006/main">
            <a:r>
              <a:t>talk-ai-coding-evolution/_reference/rawdata_dsh-plugin-seam-maturity/answer.md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Owner final say over the four decisions is this talk's synthesis, not an official DSH quotation. It does not require the owner to build every component; it requires the owner to retain authority when the business boundary demands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talk-ai-coding-evolution/01_storyline/00-storyline-map.md</a:t>
            </a:r>
          </a:p>
          <a:p xmlns:a="http://schemas.openxmlformats.org/drawingml/2006/main">
            <a:r>
              <a:t>talk-ai-coding-evolution/_reference/rawdata_ai-coding-evolution-final/final_v4/06-five-layer-forward.md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directly answers the cover question. Mastery is a three-level ladder: use mature Harnesses, understand their operating boundary, and retain final say only when differentiation enters the real execution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/>
          <a:p xmlns:a="http://schemas.openxmlformats.org/drawingml/2006/main">
            <a:r>
              <a:t>Close on the reusable choice principle.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3b2589af04e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6ea5c802a40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a935f35984f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83f6aa2ee4c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885f5881e4f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758d8e878486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b1e9cc85147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25340b4ad43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a1f10d1da44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8d54269c54e4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2AE11E3-EFEF-4EEA-AA89-18A57D8D948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F45372E-CC10-4D98-9D95-90F3E1212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781074B-108D-4C7F-9E3B-3D43BA2A7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662EE3-119E-444B-8134-7D848C87A2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8ADC448-3193-4AF7-855A-E1F74AE45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380BA0-8406-49B3-9B37-900883CA3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6F0F48-2682-496C-A91E-8928A92DBF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83ACE5-E1ED-4889-A8F7-CB90819B5D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64AFB6-97E9-4D9B-AFE3-53EECFB366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8125FB-23F7-4FBE-B80F-29FCB35ED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F2DB45-72E3-4D78-AB1A-2F5FE6DEF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F86F43A-E5AD-4CE0-9F1E-9CFE3C9F3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C6BF131-3545-4083-B1FB-54FA58D2A7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8ED3A7-C4AA-4CD7-9BFE-4AFFC2C809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E591F5-8D6C-404A-9389-5A39B22B30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9A8F55-B68A-483A-A53E-540C8818B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8D2A801-E694-4FD7-8E63-D698BB9765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258DE2C-8D98-42FC-A500-7B2E315084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5F15505-D19D-43F6-9A27-C998016E2E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B7D99E7-E8CA-4210-97C8-0C2668054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366801E-F48B-4B7B-B57D-EFEC492F4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524C8D2-906A-44E5-94E9-FC88BBF57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8DB727-2083-4D48-B0DA-48037014C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1B5D8E6-CA19-4745-A6A7-8A82CBC0F3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498F709-ED1B-4E0E-8E20-10F17B6EA61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5326E8-0675-4AFF-8B2C-FDF0B6FF55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6E60D0-2B7E-4A5C-92EA-EEB167C46D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F28AEA3-6DC2-44DF-B9FA-1BBFB21EF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6D67F99-B855-4824-B004-A06206B6B5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CA199B-58F5-4BDA-8028-60E6D95E4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9440F6-C9F7-4464-B7E3-B581F57636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6448F65-3888-4EE7-A08A-925768F191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DF899AC-020B-46CD-AB6B-94B04616BF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066AB12-1CE8-4DA0-A617-37071C3B6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56422C5-6BBF-4F98-9C93-3313CDB9AC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B909A89-EB44-461A-BD20-BF7EFEE36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FEE799-ECDE-41F7-ACC2-A028E98354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DA67F8A-B568-4E81-9C42-D7B77B6773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8CBE4A5-37F9-4B46-8FDF-C8E7B9A6F4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F1D540-B4F7-4549-937A-B756E1F72E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03B651-75B4-48C9-B5A6-E469B4F3E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6F890E-88E4-4880-9B9C-2A1F10435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32F8484-7F20-4C6C-B6DF-0AD102880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D0FE67F-3E6A-4258-9DFC-CBB476B701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5F01BB-9F73-4DB1-BB7F-5433E75C0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98CDA-FD51-482A-AFC0-A439663F9E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A15723-FE64-402B-B376-BA673F9FB9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56EC72-DCFB-4AFD-AB36-AC613FA581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93EF8AF-A9E5-4CED-9332-EFF831DF4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3B065D7-EB36-4528-A358-4812AF9E5A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66EC56A-B5FD-4CC7-AF64-F85A6FED3B8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bb8eac5c2440ae" /><Relationship Type="http://schemas.openxmlformats.org/officeDocument/2006/relationships/slideLayout" Target="/ppt/slideLayouts/slideLayout1.xml" Id="R42712b3b33744abe" /><Relationship Type="http://schemas.openxmlformats.org/officeDocument/2006/relationships/slideLayout" Target="/ppt/slideLayouts/slideLayout2.xml" Id="R23600602ca8c4061" /><Relationship Type="http://schemas.openxmlformats.org/officeDocument/2006/relationships/slideLayout" Target="/ppt/slideLayouts/slideLayout3.xml" Id="R95a6fd3b5cba4c2b" /><Relationship Type="http://schemas.openxmlformats.org/officeDocument/2006/relationships/slideLayout" Target="/ppt/slideLayouts/slideLayout4.xml" Id="R0bac4a14c338417d" /><Relationship Type="http://schemas.openxmlformats.org/officeDocument/2006/relationships/slideLayout" Target="/ppt/slideLayouts/slideLayout5.xml" Id="R5b2b68401337485d" /><Relationship Type="http://schemas.openxmlformats.org/officeDocument/2006/relationships/slideLayout" Target="/ppt/slideLayouts/slideLayout6.xml" Id="R1f5dd6429f634e4d" /><Relationship Type="http://schemas.openxmlformats.org/officeDocument/2006/relationships/slideLayout" Target="/ppt/slideLayouts/slideLayout7.xml" Id="R0a33297f31e946ee" /><Relationship Type="http://schemas.openxmlformats.org/officeDocument/2006/relationships/slideLayout" Target="/ppt/slideLayouts/slideLayout8.xml" Id="R535f75f20b7049c1" /><Relationship Type="http://schemas.openxmlformats.org/officeDocument/2006/relationships/slideLayout" Target="/ppt/slideLayouts/slideLayout9.xml" Id="Rb49a999d5dde4eb6" /><Relationship Type="http://schemas.openxmlformats.org/officeDocument/2006/relationships/slideLayout" Target="/ppt/slideLayouts/slideLayout10.xml" Id="R352f12af9b1d402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A19B4D4-75CE-4A17-AED6-20D968EC9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B2E0814-64EC-45B2-81E7-F0B0371D9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2CEEE8-4DEC-4F89-865E-5AE4C6F437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BD3693-0FFB-4137-8FCD-2FA59D951F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22BAACC-6271-4091-AD55-B49135007F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12b3b33744abe"/>
    <p:sldLayoutId xmlns:r="http://schemas.openxmlformats.org/officeDocument/2006/relationships" id="2147483650" r:id="R23600602ca8c4061"/>
    <p:sldLayoutId xmlns:r="http://schemas.openxmlformats.org/officeDocument/2006/relationships" id="2147483651" r:id="R95a6fd3b5cba4c2b"/>
    <p:sldLayoutId xmlns:r="http://schemas.openxmlformats.org/officeDocument/2006/relationships" id="2147483652" r:id="R0bac4a14c338417d"/>
    <p:sldLayoutId xmlns:r="http://schemas.openxmlformats.org/officeDocument/2006/relationships" id="2147483653" r:id="R5b2b68401337485d"/>
    <p:sldLayoutId xmlns:r="http://schemas.openxmlformats.org/officeDocument/2006/relationships" id="2147483654" r:id="R1f5dd6429f634e4d"/>
    <p:sldLayoutId xmlns:r="http://schemas.openxmlformats.org/officeDocument/2006/relationships" id="2147483655" r:id="R0a33297f31e946ee"/>
    <p:sldLayoutId xmlns:r="http://schemas.openxmlformats.org/officeDocument/2006/relationships" id="2147483656" r:id="R535f75f20b7049c1"/>
    <p:sldLayoutId xmlns:r="http://schemas.openxmlformats.org/officeDocument/2006/relationships" id="2147483657" r:id="Rb49a999d5dde4eb6"/>
    <p:sldLayoutId xmlns:r="http://schemas.openxmlformats.org/officeDocument/2006/relationships" id="2147483658" r:id="R352f12af9b1d402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b1f455a3d490a" /><Relationship Type="http://schemas.openxmlformats.org/officeDocument/2006/relationships/image" Target="/ppt/media/image.jpeg" Id="R98f53acacac642b3" /><Relationship Type="http://schemas.openxmlformats.org/officeDocument/2006/relationships/image" Target="/ppt/media/image.png" Id="R130f5a5e3a424c2f" /><Relationship Type="http://schemas.openxmlformats.org/officeDocument/2006/relationships/image" Target="/ppt/media/image2.png" Id="R53eaf77b98d74dab" /><Relationship Type="http://schemas.openxmlformats.org/officeDocument/2006/relationships/image" Target="/ppt/media/image3.png" Id="R4d0dec0006094f61" /><Relationship Type="http://schemas.openxmlformats.org/officeDocument/2006/relationships/image" Target="/ppt/media/image4.png" Id="R212e30305f41472d" /><Relationship Type="http://schemas.openxmlformats.org/officeDocument/2006/relationships/notesSlide" Target="/ppt/notesSlides/notesSlide1.xml" Id="Rfebd29db03bb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ad95d3f684223" /><Relationship Type="http://schemas.openxmlformats.org/officeDocument/2006/relationships/image" Target="/ppt/media/image.png" Id="R8dcdca599c9f48ef" /><Relationship Type="http://schemas.openxmlformats.org/officeDocument/2006/relationships/image" Target="/ppt/media/image2.png" Id="R0f31e1dfde514693" /><Relationship Type="http://schemas.openxmlformats.org/officeDocument/2006/relationships/image" Target="/ppt/media/image3.png" Id="Rbe315e18abbd4737" /><Relationship Type="http://schemas.openxmlformats.org/officeDocument/2006/relationships/image" Target="/ppt/media/image4.png" Id="Refdbbc0b48f3497e" /><Relationship Type="http://schemas.openxmlformats.org/officeDocument/2006/relationships/notesSlide" Target="/ppt/notesSlides/notesSlide2.xml" Id="Rf7a50cbb38b649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5bee71cf4421f" /><Relationship Type="http://schemas.openxmlformats.org/officeDocument/2006/relationships/image" Target="/ppt/media/image.png" Id="Ra063718031ce4cd9" /><Relationship Type="http://schemas.openxmlformats.org/officeDocument/2006/relationships/image" Target="/ppt/media/image2.png" Id="R5c79449af91844a9" /><Relationship Type="http://schemas.openxmlformats.org/officeDocument/2006/relationships/image" Target="/ppt/media/image3.png" Id="Ra53b3923b7ec4306" /><Relationship Type="http://schemas.openxmlformats.org/officeDocument/2006/relationships/image" Target="/ppt/media/image4.png" Id="Rbf3979fa9390443f" /><Relationship Type="http://schemas.openxmlformats.org/officeDocument/2006/relationships/notesSlide" Target="/ppt/notesSlides/notesSlide3.xml" Id="Rfa19e754c6324b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0762aba174c94" /><Relationship Type="http://schemas.openxmlformats.org/officeDocument/2006/relationships/image" Target="/ppt/media/image.png" Id="Rbacc648788784e31" /><Relationship Type="http://schemas.openxmlformats.org/officeDocument/2006/relationships/image" Target="/ppt/media/image2.png" Id="R619438654c26461e" /><Relationship Type="http://schemas.openxmlformats.org/officeDocument/2006/relationships/image" Target="/ppt/media/image3.png" Id="R3a49d8c44b4e48ac" /><Relationship Type="http://schemas.openxmlformats.org/officeDocument/2006/relationships/image" Target="/ppt/media/image4.png" Id="R1799414bbe2f4264" /><Relationship Type="http://schemas.openxmlformats.org/officeDocument/2006/relationships/notesSlide" Target="/ppt/notesSlides/notesSlide4.xml" Id="R96c6cc74d983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1b0b3e8de4506" /><Relationship Type="http://schemas.openxmlformats.org/officeDocument/2006/relationships/image" Target="/ppt/media/image.png" Id="R5a084dd5d8734216" /><Relationship Type="http://schemas.openxmlformats.org/officeDocument/2006/relationships/image" Target="/ppt/media/image2.png" Id="R6d82bc8f00fd4b7e" /><Relationship Type="http://schemas.openxmlformats.org/officeDocument/2006/relationships/image" Target="/ppt/media/image3.png" Id="R47cbb091f9004736" /><Relationship Type="http://schemas.openxmlformats.org/officeDocument/2006/relationships/image" Target="/ppt/media/image4.png" Id="R4f67febf55624d1b" /><Relationship Type="http://schemas.openxmlformats.org/officeDocument/2006/relationships/notesSlide" Target="/ppt/notesSlides/notesSlide5.xml" Id="Rd54f68723638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d25650b684e3d" /><Relationship Type="http://schemas.openxmlformats.org/officeDocument/2006/relationships/image" Target="/ppt/media/image.png" Id="R5cd9d9c5fdcd4ea7" /><Relationship Type="http://schemas.openxmlformats.org/officeDocument/2006/relationships/image" Target="/ppt/media/image2.png" Id="Rbac9927ed4e34497" /><Relationship Type="http://schemas.openxmlformats.org/officeDocument/2006/relationships/image" Target="/ppt/media/image3.png" Id="R2e44fcb1973b45d7" /><Relationship Type="http://schemas.openxmlformats.org/officeDocument/2006/relationships/image" Target="/ppt/media/image4.png" Id="Rba5dd5efcac04c95" /><Relationship Type="http://schemas.openxmlformats.org/officeDocument/2006/relationships/notesSlide" Target="/ppt/notesSlides/notesSlide6.xml" Id="Ra776bf3859394c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90f8510be4ac4" /><Relationship Type="http://schemas.openxmlformats.org/officeDocument/2006/relationships/image" Target="/ppt/media/image.png" Id="R8f7acba6f5f74268" /><Relationship Type="http://schemas.openxmlformats.org/officeDocument/2006/relationships/image" Target="/ppt/media/image2.png" Id="Ra2907b18aa424e21" /><Relationship Type="http://schemas.openxmlformats.org/officeDocument/2006/relationships/image" Target="/ppt/media/image3.png" Id="R429afc5776124290" /><Relationship Type="http://schemas.openxmlformats.org/officeDocument/2006/relationships/image" Target="/ppt/media/image4.png" Id="R5d0bec06628b490f" /><Relationship Type="http://schemas.openxmlformats.org/officeDocument/2006/relationships/notesSlide" Target="/ppt/notesSlides/notesSlide7.xml" Id="Rfba4d5c705164a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cf80c4f6f495a" /><Relationship Type="http://schemas.openxmlformats.org/officeDocument/2006/relationships/image" Target="/ppt/media/image.png" Id="R96460bd341ad41fd" /><Relationship Type="http://schemas.openxmlformats.org/officeDocument/2006/relationships/image" Target="/ppt/media/image2.png" Id="Rf9d7e3dc81434026" /><Relationship Type="http://schemas.openxmlformats.org/officeDocument/2006/relationships/image" Target="/ppt/media/image3.png" Id="R58927e0f70594906" /><Relationship Type="http://schemas.openxmlformats.org/officeDocument/2006/relationships/image" Target="/ppt/media/image4.png" Id="R54e44e138153433c" /><Relationship Type="http://schemas.openxmlformats.org/officeDocument/2006/relationships/notesSlide" Target="/ppt/notesSlides/notesSlide8.xml" Id="Rebee32cb83ee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94a25ed684289" /><Relationship Type="http://schemas.openxmlformats.org/officeDocument/2006/relationships/image" Target="/ppt/media/image.png" Id="Rdac357c2f4d84177" /><Relationship Type="http://schemas.openxmlformats.org/officeDocument/2006/relationships/image" Target="/ppt/media/image2.png" Id="R917e5b14fe49414a" /><Relationship Type="http://schemas.openxmlformats.org/officeDocument/2006/relationships/image" Target="/ppt/media/image3.png" Id="Ra50e1cc1944c44c4" /><Relationship Type="http://schemas.openxmlformats.org/officeDocument/2006/relationships/image" Target="/ppt/media/image4.png" Id="R3863a1cce10043ed" /><Relationship Type="http://schemas.openxmlformats.org/officeDocument/2006/relationships/notesSlide" Target="/ppt/notesSlides/notesSlide9.xml" Id="R184817fc8e6040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cfd341d4d4b72" /><Relationship Type="http://schemas.openxmlformats.org/officeDocument/2006/relationships/image" Target="/ppt/media/image.png" Id="Rf865b2e0263c43bb" /><Relationship Type="http://schemas.openxmlformats.org/officeDocument/2006/relationships/image" Target="/ppt/media/image2.png" Id="Rb6d17c75cc024ec0" /><Relationship Type="http://schemas.openxmlformats.org/officeDocument/2006/relationships/image" Target="/ppt/media/image3.png" Id="Ra749541dfab84884" /><Relationship Type="http://schemas.openxmlformats.org/officeDocument/2006/relationships/image" Target="/ppt/media/image4.png" Id="R1296a87fa4054db1" /><Relationship Type="http://schemas.openxmlformats.org/officeDocument/2006/relationships/notesSlide" Target="/ppt/notesSlides/notesSlide10.xml" Id="R9d38c259692841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ae95303c343bf" /><Relationship Type="http://schemas.openxmlformats.org/officeDocument/2006/relationships/image" Target="/ppt/media/image.png" Id="Rab2d8749e0f14ebb" /><Relationship Type="http://schemas.openxmlformats.org/officeDocument/2006/relationships/image" Target="/ppt/media/image2.png" Id="R92e07180ff194461" /><Relationship Type="http://schemas.openxmlformats.org/officeDocument/2006/relationships/image" Target="/ppt/media/image3.png" Id="Rd5f5c4738dc7494a" /><Relationship Type="http://schemas.openxmlformats.org/officeDocument/2006/relationships/image" Target="/ppt/media/image4.png" Id="R58bb98dab563450f" /><Relationship Type="http://schemas.openxmlformats.org/officeDocument/2006/relationships/notesSlide" Target="/ppt/notesSlides/notesSlide11.xml" Id="Ra0c224a571034a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91c511c5d4e25" /><Relationship Type="http://schemas.openxmlformats.org/officeDocument/2006/relationships/image" Target="/ppt/media/image.png" Id="Ra94386b4a4d24065" /><Relationship Type="http://schemas.openxmlformats.org/officeDocument/2006/relationships/image" Target="/ppt/media/image2.png" Id="R6ad07901c3404b0e" /><Relationship Type="http://schemas.openxmlformats.org/officeDocument/2006/relationships/image" Target="/ppt/media/image3.png" Id="R5e0b0878cb9e4f56" /><Relationship Type="http://schemas.openxmlformats.org/officeDocument/2006/relationships/image" Target="/ppt/media/image4.png" Id="Rd047fb52bb044a11" /><Relationship Type="http://schemas.openxmlformats.org/officeDocument/2006/relationships/notesSlide" Target="/ppt/notesSlides/notesSlide12.xml" Id="Reab5bc020ece45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d1ff7d4ee4332" /><Relationship Type="http://schemas.openxmlformats.org/officeDocument/2006/relationships/image" Target="/ppt/media/image.png" Id="Rdd4242f7692e4d28" /><Relationship Type="http://schemas.openxmlformats.org/officeDocument/2006/relationships/image" Target="/ppt/media/image2.png" Id="R1c015cea06e049a3" /><Relationship Type="http://schemas.openxmlformats.org/officeDocument/2006/relationships/image" Target="/ppt/media/image3.png" Id="R50fb3120ea6e4f6d" /><Relationship Type="http://schemas.openxmlformats.org/officeDocument/2006/relationships/image" Target="/ppt/media/image4.png" Id="R4e7e128278c14904" /><Relationship Type="http://schemas.openxmlformats.org/officeDocument/2006/relationships/notesSlide" Target="/ppt/notesSlides/notesSlide13.xml" Id="Rcba04e7e6c2d42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1b6a330cb4156" /><Relationship Type="http://schemas.openxmlformats.org/officeDocument/2006/relationships/image" Target="/ppt/media/image.png" Id="R0db5de951b2a4e6a" /><Relationship Type="http://schemas.openxmlformats.org/officeDocument/2006/relationships/image" Target="/ppt/media/image2.png" Id="R6f29b1ebdde14e62" /><Relationship Type="http://schemas.openxmlformats.org/officeDocument/2006/relationships/image" Target="/ppt/media/image3.png" Id="R1bd177d3db5744b4" /><Relationship Type="http://schemas.openxmlformats.org/officeDocument/2006/relationships/image" Target="/ppt/media/image4.png" Id="Rc9065b822b614791" /><Relationship Type="http://schemas.openxmlformats.org/officeDocument/2006/relationships/notesSlide" Target="/ppt/notesSlides/notesSlide14.xml" Id="R86c02cc18b794d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d4c7f50724ba2" /><Relationship Type="http://schemas.openxmlformats.org/officeDocument/2006/relationships/image" Target="/ppt/media/image.png" Id="R315ca3d6d8944219" /><Relationship Type="http://schemas.openxmlformats.org/officeDocument/2006/relationships/image" Target="/ppt/media/image2.png" Id="Rd8fb88cfb0584394" /><Relationship Type="http://schemas.openxmlformats.org/officeDocument/2006/relationships/image" Target="/ppt/media/image3.png" Id="R234a22409d194e07" /><Relationship Type="http://schemas.openxmlformats.org/officeDocument/2006/relationships/image" Target="/ppt/media/image4.png" Id="R2cc3011be8cf4c86" /><Relationship Type="http://schemas.openxmlformats.org/officeDocument/2006/relationships/notesSlide" Target="/ppt/notesSlides/notesSlide15.xml" Id="R283c6f6e68dd49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a9b3e66e449dc" /><Relationship Type="http://schemas.openxmlformats.org/officeDocument/2006/relationships/image" Target="/ppt/media/image.png" Id="R2b75b9dca87744f7" /><Relationship Type="http://schemas.openxmlformats.org/officeDocument/2006/relationships/image" Target="/ppt/media/image2.png" Id="R19fd34fbd2794bc3" /><Relationship Type="http://schemas.openxmlformats.org/officeDocument/2006/relationships/image" Target="/ppt/media/image3.png" Id="Rb9118bb38a9044de" /><Relationship Type="http://schemas.openxmlformats.org/officeDocument/2006/relationships/image" Target="/ppt/media/image4.png" Id="Ref977cc99a134d3b" /><Relationship Type="http://schemas.openxmlformats.org/officeDocument/2006/relationships/notesSlide" Target="/ppt/notesSlides/notesSlide16.xml" Id="R6c55486a54344a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3f9463b85431e" /><Relationship Type="http://schemas.openxmlformats.org/officeDocument/2006/relationships/image" Target="/ppt/media/image.png" Id="Rd851c29aed774c38" /><Relationship Type="http://schemas.openxmlformats.org/officeDocument/2006/relationships/image" Target="/ppt/media/image2.png" Id="R2427c6688f2940f6" /><Relationship Type="http://schemas.openxmlformats.org/officeDocument/2006/relationships/image" Target="/ppt/media/image3.png" Id="R6e792669fb86475c" /><Relationship Type="http://schemas.openxmlformats.org/officeDocument/2006/relationships/image" Target="/ppt/media/image4.png" Id="R23bfc333cb0d487a" /><Relationship Type="http://schemas.openxmlformats.org/officeDocument/2006/relationships/notesSlide" Target="/ppt/notesSlides/notesSlide17.xml" Id="R89d642284ea84e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5da8d84424f23" /><Relationship Type="http://schemas.openxmlformats.org/officeDocument/2006/relationships/image" Target="/ppt/media/image.png" Id="Ra86d236beda94335" /><Relationship Type="http://schemas.openxmlformats.org/officeDocument/2006/relationships/image" Target="/ppt/media/image2.png" Id="R69a89580ca7d4eef" /><Relationship Type="http://schemas.openxmlformats.org/officeDocument/2006/relationships/image" Target="/ppt/media/image3.png" Id="Rff22b5ccb020458c" /><Relationship Type="http://schemas.openxmlformats.org/officeDocument/2006/relationships/image" Target="/ppt/media/image4.png" Id="R8edaf1fc24654ffa" /><Relationship Type="http://schemas.openxmlformats.org/officeDocument/2006/relationships/notesSlide" Target="/ppt/notesSlides/notesSlide18.xml" Id="Rcb29434581074d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ab9ef8a7e4740" /><Relationship Type="http://schemas.openxmlformats.org/officeDocument/2006/relationships/image" Target="/ppt/media/image.png" Id="R6390db1baec44777" /><Relationship Type="http://schemas.openxmlformats.org/officeDocument/2006/relationships/image" Target="/ppt/media/image2.png" Id="Rd70e8c20560944f7" /><Relationship Type="http://schemas.openxmlformats.org/officeDocument/2006/relationships/image" Target="/ppt/media/image3.png" Id="Rc672d81546fb4009" /><Relationship Type="http://schemas.openxmlformats.org/officeDocument/2006/relationships/image" Target="/ppt/media/image4.png" Id="R751bb3918fd34229" /><Relationship Type="http://schemas.openxmlformats.org/officeDocument/2006/relationships/notesSlide" Target="/ppt/notesSlides/notesSlide19.xml" Id="Rc50916e2e3b943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f9ee43403470b" /><Relationship Type="http://schemas.openxmlformats.org/officeDocument/2006/relationships/image" Target="/ppt/media/image.png" Id="R81d89f9b9d7344a1" /><Relationship Type="http://schemas.openxmlformats.org/officeDocument/2006/relationships/image" Target="/ppt/media/image2.png" Id="R8292014ae3c24e27" /><Relationship Type="http://schemas.openxmlformats.org/officeDocument/2006/relationships/image" Target="/ppt/media/image3.png" Id="R31191e68ff46499e" /><Relationship Type="http://schemas.openxmlformats.org/officeDocument/2006/relationships/image" Target="/ppt/media/image4.png" Id="Reb1b9170139c4a0c" /><Relationship Type="http://schemas.openxmlformats.org/officeDocument/2006/relationships/notesSlide" Target="/ppt/notesSlides/notesSlide20.xml" Id="Rc55dad9952e144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d43e5b95948d9" /><Relationship Type="http://schemas.openxmlformats.org/officeDocument/2006/relationships/image" Target="/ppt/media/image.png" Id="R321b01c9dce847e3" /><Relationship Type="http://schemas.openxmlformats.org/officeDocument/2006/relationships/image" Target="/ppt/media/image2.png" Id="R416e745563ac4a38" /><Relationship Type="http://schemas.openxmlformats.org/officeDocument/2006/relationships/image" Target="/ppt/media/image3.png" Id="Rb358d1f09ff34312" /><Relationship Type="http://schemas.openxmlformats.org/officeDocument/2006/relationships/image" Target="/ppt/media/image4.png" Id="R086a091dd98d4b78" /><Relationship Type="http://schemas.openxmlformats.org/officeDocument/2006/relationships/notesSlide" Target="/ppt/notesSlides/notesSlide21.xml" Id="R2ac0d4ee58f743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7adc9b35e44da" /><Relationship Type="http://schemas.openxmlformats.org/officeDocument/2006/relationships/image" Target="/ppt/media/image.png" Id="Ra5c97fc3901d4791" /><Relationship Type="http://schemas.openxmlformats.org/officeDocument/2006/relationships/image" Target="/ppt/media/image2.png" Id="R786b1334d7964ab2" /><Relationship Type="http://schemas.openxmlformats.org/officeDocument/2006/relationships/image" Target="/ppt/media/image3.png" Id="R87d1aa978b244af0" /><Relationship Type="http://schemas.openxmlformats.org/officeDocument/2006/relationships/image" Target="/ppt/media/image4.png" Id="Rc14a489eb0b3473e" /><Relationship Type="http://schemas.openxmlformats.org/officeDocument/2006/relationships/notesSlide" Target="/ppt/notesSlides/notesSlide22.xml" Id="R0053673189664d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8f1de6400485a" /><Relationship Type="http://schemas.openxmlformats.org/officeDocument/2006/relationships/image" Target="/ppt/media/image.jpeg" Id="R210ecdf2b074452b" /><Relationship Type="http://schemas.openxmlformats.org/officeDocument/2006/relationships/image" Target="/ppt/media/image.png" Id="R6b1c4d86caa34358" /><Relationship Type="http://schemas.openxmlformats.org/officeDocument/2006/relationships/image" Target="/ppt/media/image2.png" Id="R29fd711bab374332" /><Relationship Type="http://schemas.openxmlformats.org/officeDocument/2006/relationships/image" Target="/ppt/media/image3.png" Id="R55f129d67227423a" /><Relationship Type="http://schemas.openxmlformats.org/officeDocument/2006/relationships/image" Target="/ppt/media/image4.png" Id="Rd0635fee4b3d4223" /><Relationship Type="http://schemas.openxmlformats.org/officeDocument/2006/relationships/notesSlide" Target="/ppt/notesSlides/notesSlide23.xml" Id="Re3c417ff7a054d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53acacac6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263842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96060" y="3212782"/>
            <a:ext cx="9144000" cy="960120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OPC 航海指南</a:t>
            </a:r>
          </a:p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一个人，AI Coding 要掌握到多深？</a:t>
            </a:r>
          </a:p>
          <a:p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f5a5e3a424c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af77b98d7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dec000609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e30305f4147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dca599c9f48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36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1e1dfde5146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37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15e18abbd4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3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bbc0b48f349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1A407E-D2C9-4203-B4D2-E12A286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Coding 的五个 Engineering，先看全貌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BB8FB4C-6C74-41EC-BF16-4722B864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它们不是新词清单，而是模型变强后，人要解决的问题不断上移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89083B-5006-4CC6-A882-DB046EC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61492ABF-6BB6-4F22-AD30-85E0FF5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D81693-2E76-42F9-A885-DCA348B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Prompt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510426-2387-4FE6-840F-49A7897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说什么？</a:t>
            </a:r>
          </a:p>
        </p:txBody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51653769-22E0-496E-A149-6AE3ED0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2874CA6-1353-4DA2-BFDF-73E5DB4B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Context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1256396-50AB-475E-A069-5C8BBC9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看什么？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E650C15-8399-4B83-892D-2642D504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FE8E040-7CB2-4D54-864C-B5B888E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A278214-E7A2-4F96-B186-650F6F3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在哪行动？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66474467-ADDD-4315-8505-17E7475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AB04E20-5400-460D-A6D9-47731EB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9999E6-10ED-4189-87F7-29546F1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何时重试？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DB55F7A-248A-40CA-8CE5-455A202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002F2A2-D07C-4443-A0B9-E6829C3F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如何编排？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5E4F42B-8422-49EE-B313-5F72FEC4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DD3C5AC-30F1-4A79-AA53-AC3716C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模型越强，人的动作越从亲手做，变成设计它怎样做</a:t>
            </a:r>
          </a:p>
        </p:txBody>
      </p:sp>
      <p:sp>
        <p:nvSpPr>
          <p:cNvPr id="30" name="anchor-quote-1">
            <a:extLst xmlns:a="http://schemas.openxmlformats.org/drawingml/2006/main">
              <a:ext uri="{FF2B5EF4-FFF2-40B4-BE49-F238E27FC236}">
                <a16:creationId xmlns:a16="http://schemas.microsoft.com/office/drawing/2014/main" id="{2AD90136-AE97-4DD2-A346-01839E5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1014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说清任务  →  让动作可靠  →  把工作组织起来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3718031ce4c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9449af918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b3923b7ec4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979fa939044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04F9D81-5232-4606-8300-65ADA559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今天只沿一条主线：能力越强，边界越重要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169C003-9073-4973-BE77-C65D433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从信息、执行、组织，一路走到 OPC 的最终选择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DE8197-2EBD-4CED-8BC9-2D620FB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50BF025-E5E7-415D-A6C5-D8C2EFB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01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C378FC25-E79A-4587-A32F-46F969B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2887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16EC273-D0EA-45E5-979E-1DA9822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模型怎样说清、看对，形成一次行动？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B4609F3-6E0B-4429-BBAA-C486478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02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0B766B5D-D049-469D-A35D-A52389E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FFB3FA8-DD1E-446A-A821-C321AADD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行动怎样可靠，并被 Loop / Graph 放大与组织？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CC39AA-27BC-49F0-88E2-65615130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03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7CE820D4-A3FA-4DEC-A74C-F5D9D5E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223016-6B36-4D94-8696-808D8CE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957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当边界进入业务，哪些可借，哪些必须自己决定？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2807CD9-BC07-4AE4-8944-B83A9666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最后用 DSH 回答：可组合能力，如何仍由 owner 控制运行边界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c648788784e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5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438654c26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9d8c44b4e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9414bbe2f4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F3EF70F-6A2F-4775-901D-DFCB9C64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模型越强，工程对象越从一句话往系统上移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2A83F3A-7BD3-44B3-90DB-6DCECC7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五个 Engineering 由同一台发动机推动：模型变强，手工动作就得上移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4E5BB30-6870-4753-A2B2-9B89DE6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311D89E-7B3F-4DF9-8C68-228D9C5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50%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可靠性任务长度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约每 7 个月翻倍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CB7FAAA-8DC9-49F8-8022-7DC7EDA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3837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METR · 独立评估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3875FF-C192-43DD-B050-09BEDA5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模型能力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更强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FC2EB7A-F936-4DBF-B4FC-B130535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单次措辞优化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收益递减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E069AF-6D0A-4854-842C-94B0085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工程杠杆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向上移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069BAC9-A158-4E12-BE96-33236DD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6675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写清一次任务  →  设计一次行动  →  设计一套系统怎样工作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F26EC6-5B2B-4115-A76B-9DB843E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4F4C65-F849-4A4D-A1CC-8FB5B3AC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“prompt 的精确措辞，越来越不重要”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BE7D3E2-0A14-4FA5-8C6C-76246E2A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Anthropic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F09C2AC-5E70-4970-8C00-0DE53EC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不是替代，是叠加：旧问题仍在，新问题继续往上长</a:t>
            </a:r>
          </a:p>
        </p:txBody>
      </p:sp>
      <p:cxnSp>
        <p:nvCxnSpPr>
          <p:cNvPr id="273" name="Straight Arrow Connector 88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74" name="Straight Arrow Connector 89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0575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84dd5d873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2bc8f00fd4b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bb091f9004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7febf55624d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5EC674-98A9-4B04-BDED-A42D7DA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Prompt Engineering 与 Context Engineering：先说清，再看对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3184A62-B99F-45C2-B5A2-14D0C221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它们解决“说什么、看什么”，却还没解决“能不能安全地行动”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F79838D-BC20-4A43-B584-7DD3DFD3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4C2F4C9-07FE-48CD-8AD1-640BEA7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Prompt Engineering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说清任务、约束和格式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局限：文字不能代替系统控制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3AD2A75-C3E1-403C-B7CA-BD993BF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Context Engineering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挑出此刻需要的事实和状态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局限：材料越多，关键内容越容易被淹没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FE4156B-B97E-452C-B03C-4C933C4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6824014-65BE-4B6B-9890-EA5CC8C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说对、看对之后，下一问是：它究竟能在什么边界里行动？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BC2CDA1-95FE-4AD9-8F88-296BE60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这正是</a:t>
            </a:r>
            <a:r>
              <a:rPr sz="1400" b="0">
                <a:solidFill>
                  <a:srgbClr val="D0D5DD"/>
                </a:solidFill>
              </a:rPr>
              <a:t> Harness Engineering </a:t>
            </a:r>
            <a:r>
              <a:rPr sz="1400" b="0">
                <a:solidFill>
                  <a:srgbClr val="D0D5DD"/>
                </a:solidFill>
              </a:rPr>
              <a:t>出场的原因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9d9c5fdcd4e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9927ed4e34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4fcb1973b45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dd5efcac0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2A5A23-641A-49E3-8354-8CEAA4A4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Engineering：为每一次行动设下可靠边界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9020DAA-B098-44AD-904F-CB11931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它回答的不是模型会不会想，而是它此刻能做什么、谁来检查、如何留下记录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46F6231-D683-4262-966E-29280E15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647CF74-EF65-49BA-AFEF-2F0E7E73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914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 = Model + 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978D20-623F-4E2D-84C6-2D0C7A9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5148654-B48B-4CB3-B7F0-F015772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8909F3-4C75-41E0-86BA-93F6D2C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5BF741-B9E2-4CEF-AD6B-D6B128D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D5B70C7-149B-4810-9730-137BD1F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DC10DCC-A51D-4BF0-8645-D2EC8181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CI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D74D192-638A-4D1E-AD0E-C4010261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权限、沙箱、工具、验证、执行记录、CI：模型之外让行动可交付的一切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1D394D1-C03C-4A2C-943A-A2B1681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一次动作可靠后，问题才变成：怎样把反馈连成 Loop、把任务组织成 Graph？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acba6f5f7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54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07b18aa424e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54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afc5776124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55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bec06628b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2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6AE55A-6E7B-44AE-B491-6CCE11E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 与 Graph Engineering：让可靠行动持续发生</a:t>
            </a:r>
          </a:p>
        </p:txBody>
      </p:sp>
      <p:sp>
        <p:nvSpPr>
          <p:cNvPr id="23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A431B4-1651-4618-B6FF-2980D9E9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Loop 解决“怎样知错再改”；Graph 解决“谁先做、谁并行、何时汇合”</a:t>
            </a:r>
          </a:p>
        </p:txBody>
      </p:sp>
      <p:sp>
        <p:nvSpPr>
          <p:cNvPr id="23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A13F1A5-1823-433E-81E9-1A7BB6B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2" name="loop-heading">
            <a:extLst xmlns:a="http://schemas.openxmlformats.org/drawingml/2006/main">
              <a:ext uri="{FF2B5EF4-FFF2-40B4-BE49-F238E27FC236}">
                <a16:creationId xmlns:a16="http://schemas.microsoft.com/office/drawing/2014/main" id="{44EEF591-D66F-49B6-915F-BA53287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ENGINEERING：检验失败，就把反馈带回下一轮</a:t>
            </a:r>
          </a:p>
        </p:txBody>
      </p:sp>
      <p:sp>
        <p:nvSpPr>
          <p:cNvPr id="233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258B3783-0DD5-44CC-9446-CDE353C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GRAPH ENGINEERING：把复杂任务写成显式依赖</a:t>
            </a:r>
          </a:p>
        </p:txBody>
      </p:sp>
      <p:sp>
        <p:nvSpPr>
          <p:cNvPr id="234" name="graph-example">
            <a:extLst xmlns:a="http://schemas.openxmlformats.org/drawingml/2006/main">
              <a:ext uri="{FF2B5EF4-FFF2-40B4-BE49-F238E27FC236}">
                <a16:creationId xmlns:a16="http://schemas.microsoft.com/office/drawing/2014/main" id="{CF4626DC-CEF6-49AA-947E-D2FB5A7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例：修复登录故障</a:t>
            </a:r>
          </a:p>
        </p:txBody>
      </p:sp>
      <p:sp>
        <p:nvSpPr>
          <p:cNvPr id="235" name="loop-execute">
            <a:extLst xmlns:a="http://schemas.openxmlformats.org/drawingml/2006/main">
              <a:ext uri="{FF2B5EF4-FFF2-40B4-BE49-F238E27FC236}">
                <a16:creationId xmlns:a16="http://schemas.microsoft.com/office/drawing/2014/main" id="{A13B57F0-FAA1-482A-A809-C56D4C4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36" name="loop-verify">
            <a:extLst xmlns:a="http://schemas.openxmlformats.org/drawingml/2006/main">
              <a:ext uri="{FF2B5EF4-FFF2-40B4-BE49-F238E27FC236}">
                <a16:creationId xmlns:a16="http://schemas.microsoft.com/office/drawing/2014/main" id="{93ABF9DB-57C6-4D30-ABCA-E90D479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</a:t>
            </a:r>
          </a:p>
        </p:txBody>
      </p:sp>
      <p:sp>
        <p:nvSpPr>
          <p:cNvPr id="237" name="loop-decision">
            <a:extLst xmlns:a="http://schemas.openxmlformats.org/drawingml/2006/main">
              <a:ext uri="{FF2B5EF4-FFF2-40B4-BE49-F238E27FC236}">
                <a16:creationId xmlns:a16="http://schemas.microsoft.com/office/drawing/2014/main" id="{62F73BA2-F304-404D-AFB3-06B2D53D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8763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59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通过？</a:t>
            </a:r>
          </a:p>
        </p:txBody>
      </p:sp>
      <p:sp>
        <p:nvSpPr>
          <p:cNvPr id="238" name="loop-done">
            <a:extLst xmlns:a="http://schemas.openxmlformats.org/drawingml/2006/main">
              <a:ext uri="{FF2B5EF4-FFF2-40B4-BE49-F238E27FC236}">
                <a16:creationId xmlns:a16="http://schemas.microsoft.com/office/drawing/2014/main" id="{1F57E71C-2C64-4D06-8CE4-373AA25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9703"/>
            <a:ext cx="8763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完成</a:t>
            </a:r>
          </a:p>
        </p:txBody>
      </p:sp>
      <p:cxnSp>
        <p:nvCxnSpPr>
          <p:cNvPr id="561" name="Straight Arrow Connector 272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2095500" y="3467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62" name="Straight Arrow Connector 273"/>
          <p:cNvCxnSpPr>
            <a:stCxn xmlns:a="http://schemas.openxmlformats.org/drawingml/2006/main" id="236" idx="3"/>
            <a:endCxn xmlns:a="http://schemas.openxmlformats.org/drawingml/2006/main" id="237" idx="1"/>
          </p:cNvCxnSpPr>
          <p:nvPr/>
        </p:nvCxnSpPr>
        <p:spPr>
          <a:xfrm xmlns:a="http://schemas.openxmlformats.org/drawingml/2006/main">
            <a:off x="3810000" y="34671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63" name="Straight Arrow Connector 274"/>
          <p:cNvCxnSpPr>
            <a:stCxn xmlns:a="http://schemas.openxmlformats.org/drawingml/2006/main" id="237" idx="3"/>
            <a:endCxn xmlns:a="http://schemas.openxmlformats.org/drawingml/2006/main" id="238" idx="0"/>
          </p:cNvCxnSpPr>
          <p:nvPr/>
        </p:nvCxnSpPr>
        <p:spPr>
          <a:xfrm xmlns:a="http://schemas.openxmlformats.org/drawingml/2006/main">
            <a:off x="5276850" y="3467100"/>
            <a:ext cx="0" cy="71260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64" name="Elbow Connector 275"/>
          <p:cNvCxnSpPr>
            <a:stCxn xmlns:a="http://schemas.openxmlformats.org/drawingml/2006/main" id="237" idx="2"/>
            <a:endCxn xmlns:a="http://schemas.openxmlformats.org/drawingml/2006/main" id="235" idx="2"/>
          </p:cNvCxnSpPr>
          <p:nvPr/>
        </p:nvCxnSpPr>
        <p:spPr>
          <a:xfrm xmlns:a="http://schemas.openxmlformats.org/drawingml/2006/main" rot="5400000" flipH="1">
            <a:off x="3126581" y="2116932"/>
            <a:ext cx="85725" cy="3338512"/>
          </a:xfrm>
          <a:prstGeom xmlns:a="http://schemas.openxmlformats.org/drawingml/2006/main" prst="bentConnector3">
            <a:avLst>
              <a:gd name="adj1" fmla="val -266667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43" name="loop-yes">
            <a:extLst xmlns:a="http://schemas.openxmlformats.org/drawingml/2006/main">
              <a:ext uri="{FF2B5EF4-FFF2-40B4-BE49-F238E27FC236}">
                <a16:creationId xmlns:a16="http://schemas.microsoft.com/office/drawing/2014/main" id="{255DA673-F0C3-423D-AEC6-1E1AB83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是</a:t>
            </a:r>
          </a:p>
        </p:txBody>
      </p:sp>
      <p:sp>
        <p:nvSpPr>
          <p:cNvPr id="244" name="loop-no">
            <a:extLst xmlns:a="http://schemas.openxmlformats.org/drawingml/2006/main">
              <a:ext uri="{FF2B5EF4-FFF2-40B4-BE49-F238E27FC236}">
                <a16:creationId xmlns:a16="http://schemas.microsoft.com/office/drawing/2014/main" id="{65030EF4-7B8D-46B6-894D-382540E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48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否：反馈下一轮</a:t>
            </a:r>
          </a:p>
        </p:txBody>
      </p:sp>
      <p:sp>
        <p:nvSpPr>
          <p:cNvPr id="245" name="dag-incident">
            <a:extLst xmlns:a="http://schemas.openxmlformats.org/drawingml/2006/main">
              <a:ext uri="{FF2B5EF4-FFF2-40B4-BE49-F238E27FC236}">
                <a16:creationId xmlns:a16="http://schemas.microsoft.com/office/drawing/2014/main" id="{7DB82A42-B812-4016-A876-DA2FC10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09925"/>
            <a:ext cx="8382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1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收到故障</a:t>
            </a:r>
          </a:p>
        </p:txBody>
      </p:sp>
      <p:sp>
        <p:nvSpPr>
          <p:cNvPr id="246" name="dag-reproduce">
            <a:extLst xmlns:a="http://schemas.openxmlformats.org/drawingml/2006/main">
              <a:ext uri="{FF2B5EF4-FFF2-40B4-BE49-F238E27FC236}">
                <a16:creationId xmlns:a16="http://schemas.microsoft.com/office/drawing/2014/main" id="{98A320FF-63DF-4FF4-9D2A-47A3C59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895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74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复现问题</a:t>
            </a:r>
          </a:p>
        </p:txBody>
      </p:sp>
      <p:sp>
        <p:nvSpPr>
          <p:cNvPr id="247" name="dag-fix">
            <a:extLst xmlns:a="http://schemas.openxmlformats.org/drawingml/2006/main">
              <a:ext uri="{FF2B5EF4-FFF2-40B4-BE49-F238E27FC236}">
                <a16:creationId xmlns:a16="http://schemas.microsoft.com/office/drawing/2014/main" id="{71F88942-F721-4388-81C9-FC60EA9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定位并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248" name="dag-regression">
            <a:extLst xmlns:a="http://schemas.openxmlformats.org/drawingml/2006/main">
              <a:ext uri="{FF2B5EF4-FFF2-40B4-BE49-F238E27FC236}">
                <a16:creationId xmlns:a16="http://schemas.microsoft.com/office/drawing/2014/main" id="{7CBA32D4-D128-4F8B-BE60-3C90B8B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补回归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测试</a:t>
            </a:r>
          </a:p>
        </p:txBody>
      </p:sp>
      <p:sp>
        <p:nvSpPr>
          <p:cNvPr id="249" name="dag-integration">
            <a:extLst xmlns:a="http://schemas.openxmlformats.org/drawingml/2006/main">
              <a:ext uri="{FF2B5EF4-FFF2-40B4-BE49-F238E27FC236}">
                <a16:creationId xmlns:a16="http://schemas.microsoft.com/office/drawing/2014/main" id="{A9783E7A-A552-4A2E-B611-F073064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集成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50" name="dag-deliver">
            <a:extLst xmlns:a="http://schemas.openxmlformats.org/drawingml/2006/main">
              <a:ext uri="{FF2B5EF4-FFF2-40B4-BE49-F238E27FC236}">
                <a16:creationId xmlns:a16="http://schemas.microsoft.com/office/drawing/2014/main" id="{D43C52A6-1379-4500-B1FC-F662CED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09925"/>
            <a:ext cx="6858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cxnSp>
        <p:nvCxnSpPr>
          <p:cNvPr id="573" name="Straight Arrow Connector 284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>
            <a:off x="7362825" y="34575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74" name="Elbow Connector 285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 flipV="1">
            <a:off x="8467725" y="3057525"/>
            <a:ext cx="295275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75" name="Elbow Connector 286"/>
          <p:cNvCxnSpPr>
            <a:stCxn xmlns:a="http://schemas.openxmlformats.org/drawingml/2006/main" id="246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8467725" y="3457575"/>
            <a:ext cx="29527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76" name="Elbow Connector 287"/>
          <p:cNvCxnSpPr>
            <a:stCxn xmlns:a="http://schemas.openxmlformats.org/drawingml/2006/main" id="247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>
            <a:off x="9715500" y="3057525"/>
            <a:ext cx="28575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77" name="Elbow Connector 288"/>
          <p:cNvCxnSpPr>
            <a:stCxn xmlns:a="http://schemas.openxmlformats.org/drawingml/2006/main" id="248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 flipV="1">
            <a:off x="9715500" y="3457575"/>
            <a:ext cx="285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578" name="Straight Arrow Connector 289"/>
          <p:cNvCxnSpPr>
            <a:stCxn xmlns:a="http://schemas.openxmlformats.org/drawingml/2006/main" id="249" idx="3"/>
            <a:endCxn xmlns:a="http://schemas.openxmlformats.org/drawingml/2006/main" id="250" idx="1"/>
          </p:cNvCxnSpPr>
          <p:nvPr/>
        </p:nvCxnSpPr>
        <p:spPr>
          <a:xfrm xmlns:a="http://schemas.openxmlformats.org/drawingml/2006/main">
            <a:off x="10953750" y="34575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57" name="dag-note">
            <a:extLst xmlns:a="http://schemas.openxmlformats.org/drawingml/2006/main">
              <a:ext uri="{FF2B5EF4-FFF2-40B4-BE49-F238E27FC236}">
                <a16:creationId xmlns:a16="http://schemas.microsoft.com/office/drawing/2014/main" id="{E73A05B7-FA95-4B34-84A9-0D94AE1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6A78"/>
                </a:solidFill>
                <a:latin typeface="Arial"/>
                <a:ea typeface="Arial"/>
                <a:cs typeface="Arial"/>
              </a:rPr>
              <a:t>节点可以是 agent、工具或验证器；节点内部仍可以运行自己的 Loop</a:t>
            </a:r>
          </a:p>
        </p:txBody>
      </p:sp>
      <p:sp>
        <p:nvSpPr>
          <p:cNvPr id="258" name="slide7-callout">
            <a:extLst xmlns:a="http://schemas.openxmlformats.org/drawingml/2006/main">
              <a:ext uri="{FF2B5EF4-FFF2-40B4-BE49-F238E27FC236}">
                <a16:creationId xmlns:a16="http://schemas.microsoft.com/office/drawing/2014/main" id="{042B83D6-B370-4C45-A346-59F4A4AF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7823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先有可靠的单次行动，Loop 才不会放大失败，Graph 才不会组织混乱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60bd341ad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55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7e3dc81434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27e0f705949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7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44e13815343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71A8AB4-7145-4BB1-AA60-D23C8A9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五个 Engineering 同时活着，但各自回答不同的问题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A4A406-F3A4-42DD-A63D-01C8183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这不是一座金字塔，而是一张“每个问题为何需要下一步”的关系图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C26CD05-7437-4077-BE0A-91A2643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ingle-call-label">
            <a:extLst xmlns:a="http://schemas.openxmlformats.org/drawingml/2006/main">
              <a:ext uri="{FF2B5EF4-FFF2-40B4-BE49-F238E27FC236}">
                <a16:creationId xmlns:a16="http://schemas.microsoft.com/office/drawing/2014/main" id="{7794A7AB-1866-46C9-AA93-4833728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一次模型调用：先说清任务，再挑选材料</a:t>
            </a:r>
          </a:p>
        </p:txBody>
      </p:sp>
      <p:sp>
        <p:nvSpPr>
          <p:cNvPr id="23" name="layer-prompt">
            <a:extLst xmlns:a="http://schemas.openxmlformats.org/drawingml/2006/main">
              <a:ext uri="{FF2B5EF4-FFF2-40B4-BE49-F238E27FC236}">
                <a16:creationId xmlns:a16="http://schemas.microsoft.com/office/drawing/2014/main" id="{22269F1C-0652-43C1-A9AF-7EB30147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Prompt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说清任务</a:t>
            </a:r>
          </a:p>
        </p:txBody>
      </p:sp>
      <p:sp>
        <p:nvSpPr>
          <p:cNvPr id="24" name="layer-context">
            <a:extLst xmlns:a="http://schemas.openxmlformats.org/drawingml/2006/main">
              <a:ext uri="{FF2B5EF4-FFF2-40B4-BE49-F238E27FC236}">
                <a16:creationId xmlns:a16="http://schemas.microsoft.com/office/drawing/2014/main" id="{AD660BE0-AC9E-43D1-8236-8AA91BB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55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Context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挑选材料</a:t>
            </a:r>
          </a:p>
        </p:txBody>
      </p:sp>
      <p:sp>
        <p:nvSpPr>
          <p:cNvPr id="25" name="layer-harness">
            <a:extLst xmlns:a="http://schemas.openxmlformats.org/drawingml/2006/main">
              <a:ext uri="{FF2B5EF4-FFF2-40B4-BE49-F238E27FC236}">
                <a16:creationId xmlns:a16="http://schemas.microsoft.com/office/drawing/2014/main" id="{89DD92E2-0B7D-407E-BE90-90C36A3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4238625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 Engineering：形成可靠行动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授权 · 执行 · 验证 · 记录</a:t>
            </a:r>
          </a:p>
        </p:txBody>
      </p:sp>
      <p:sp>
        <p:nvSpPr>
          <p:cNvPr id="28" name="layer-loop">
            <a:extLst xmlns:a="http://schemas.openxmlformats.org/drawingml/2006/main">
              <a:ext uri="{FF2B5EF4-FFF2-40B4-BE49-F238E27FC236}">
                <a16:creationId xmlns:a16="http://schemas.microsoft.com/office/drawing/2014/main" id="{CBA54A39-9F89-45A4-A513-9E88DC8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Loop Engineering：反复同一行动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检验失败，就把反馈带回下一轮</a:t>
            </a:r>
          </a:p>
        </p:txBody>
      </p:sp>
      <p:sp>
        <p:nvSpPr>
          <p:cNvPr id="29" name="layer-graph">
            <a:extLst xmlns:a="http://schemas.openxmlformats.org/drawingml/2006/main">
              <a:ext uri="{FF2B5EF4-FFF2-40B4-BE49-F238E27FC236}">
                <a16:creationId xmlns:a16="http://schemas.microsoft.com/office/drawing/2014/main" id="{8D8C82E4-B267-4899-B637-A5828BB9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Graph Engineering：编排多个行动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分工、分叉、汇合；部分节点可以运行 Loop</a:t>
            </a:r>
          </a:p>
        </p:txBody>
      </p:sp>
      <p:cxnSp>
        <p:nvCxnSpPr>
          <p:cNvPr id="267" name="Elbow Connector 90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3286125" y="3429000"/>
            <a:ext cx="583406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68" name="Elbow Connector 91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8905875" y="3429000"/>
            <a:ext cx="21431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32" name="layer-takeaway">
            <a:extLst xmlns:a="http://schemas.openxmlformats.org/drawingml/2006/main">
              <a:ext uri="{FF2B5EF4-FFF2-40B4-BE49-F238E27FC236}">
                <a16:creationId xmlns:a16="http://schemas.microsoft.com/office/drawing/2014/main" id="{D451FDDF-3BA7-41DE-A2F6-5E405AE0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无论上面怎样组织，每一次真实动作都要经过 Harness 的执行边界</a:t>
            </a:r>
          </a:p>
        </p:txBody>
      </p:sp>
      <p:cxnSp>
        <p:nvCxnSpPr>
          <p:cNvPr id="270" name="Straight Arrow Connector 93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00375" y="29432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71" name="Straight Arrow Connector 94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10250" y="294322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357c2f4d84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e5b14fe49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2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e1cc1944c44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3a1cce10043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DF3F5F-E020-45F0-BD6B-674D10F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最值得看懂的不是最高层，而是真实动作穿过的边界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273F9C5-D8C1-4F55-86A7-58B9423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五层关系图推出来的结论：所有上层组织能力，都要落到一次可靠执行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210E86E-21D9-45F3-A6B1-E0BBFBB2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9ADDD8E-8C00-4FB5-9A91-E2E7611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模型提出动作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8CFC8C3-36B2-4DDC-9FDC-88C8327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执行 · 验证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F464BF-FCA6-44B7-91CB-5389F1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结果进入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 / Graph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EB970E0-1215-4656-8D5B-A4E013D5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每一个 Loop、每一个 Graph 节点，最后都要经过能独立授权、检查、记录的执行边界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CB7CACE-EE82-4711-87D1-B025CB8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C1F3C32-BE8F-479D-8F87-DD42D60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可靠性不是模型单独拥有的属性，而是 Model + Harness 的属性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8A00F15-EF6C-4B43-8D5F-26BC05F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这就是</a:t>
            </a:r>
            <a:r>
              <a:rPr sz="1400" b="0">
                <a:solidFill>
                  <a:srgbClr val="D0D5DD"/>
                </a:solidFill>
              </a:rPr>
              <a:t> Harness </a:t>
            </a:r>
            <a:r>
              <a:rPr sz="1400" b="0">
                <a:solidFill>
                  <a:srgbClr val="D0D5DD"/>
                </a:solidFill>
              </a:rPr>
              <a:t>对</a:t>
            </a:r>
            <a:r>
              <a:rPr sz="1400" b="0">
                <a:solidFill>
                  <a:srgbClr val="D0D5DD"/>
                </a:solidFill>
              </a:rPr>
              <a:t> OPC </a:t>
            </a:r>
            <a:r>
              <a:rPr sz="1400" b="0">
                <a:solidFill>
                  <a:srgbClr val="D0D5DD"/>
                </a:solidFill>
              </a:rPr>
              <a:t>的临界意义</a:t>
            </a:r>
          </a:p>
        </p:txBody>
      </p:sp>
      <p:cxnSp>
        <p:nvCxnSpPr>
          <p:cNvPr id="237" name="Straight Arrow Connector 76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0099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238" name="Straight Arrow Connector 77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15175" y="3009900"/>
            <a:ext cx="1647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b2e0263c43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17c75cc024e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9541dfab84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6a87fa405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E00CFA7-38C2-4288-A122-4FA5F52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模型决定能力上限，Harness 决定交付底线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1315C7A-C5FB-44AB-98E8-C3FB49EB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同一个模型，换一圈运行边界，能否交付就是两个系统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AF97D62-79C9-41B0-9842-59F4303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4B58052-D8A2-4D25-AA2D-81FF8BE3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685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能力上限：Model   +   交付底线：Harness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8FA771-79B2-4DC0-8EF9-C4EB24F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1858724-E5F9-498E-A477-F18702A7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BDA0FA-068F-4719-8E86-725D807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F4AB2-B9AE-46B5-BCB6-CBA73EB2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88D7B5-CAC9-43C1-8640-4513628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142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42318"/>
                </a:solidFill>
              </a:defRPr>
            </a:pPr>
            <a:r>
              <a:rPr sz="1950" b="1">
                <a:solidFill>
                  <a:srgbClr val="0F1423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7694D4-DC91-431A-84CA-FB3D489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持续检查（CI）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268DCC4-1DC1-4E42-B179-8D18E54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9144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Harness 不替模型思考；它把权限、验证和记录变成系统行为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325894E-82FC-40EC-A329-8BAAA85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EFE0264-57D1-414D-9200-9F66D74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最小的 agent 也必须面对真实执行结果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F5DFFB1-44A5-4BC3-8888-2AD6B32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所以，可靠性要从模型之外找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d8749e0f1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07180ff1944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5c4738dc749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b98dab56345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86FF0F-0669-43AF-9401-5256598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可靠性发生在两次：行动前约束，行动后反馈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C5E6071-1C87-4646-95DF-5BE85B2C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能写成规则和测试的，就不要让模型猜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67DDF78-56EC-491B-94A6-52FD7B2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91801D-7A72-4956-B944-4C9B0A8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事前引导（Guides）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行动前：允许哪些工具、必须通过什么检查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D81526F-45F8-4989-AA17-D9A95102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事后反馈（Sensors）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行动后：测试失败、用户拒绝、退出码非零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5F73B-DBD8-4169-A501-6476243F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确定性检查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测试 / lint / 类型：可复现、可审计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D311603-F728-4512-9A8B-E1D07A7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语义判断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AI review / 人工判断：必要，但可能出错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43F7831-1A53-4B08-8D4B-47A0862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确定的事交给系统；需要理解语义时，才交给模型或人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386b4a4d2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07901c3404b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b0878cb9e4f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7fb52bb044a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758AF05-EE6F-41F4-BF48-73F6C3D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先把行动变可靠，再把专业知识放进去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DACEEFA-C6DF-438A-B201-9A2F5B8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前三件事控制行动；Knowledge Map 决定它能否走对专业路径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6B4EFB-6E68-4CE3-95D2-E4D78A0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ED25187-3A3E-44EE-A191-F77742D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333750" cy="16668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圈住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 + 权限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限制伤害范围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8EDC39-FEBA-4E87-B941-8A42295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16668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拦住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验证门禁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错误出现就停止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068C5B-0617-472A-B8D9-4D505C2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333750" cy="16668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看清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Trace + 来源记录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还原发生过的事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52DF948-9D0E-496B-BCCF-10722BC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8572500" cy="100012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再承载专业知识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t>Knowledge Map：把事实归属、正确路径和项目地图放进边界内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242f7692e4d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15cea06e0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b3120ea6e4f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e128278c149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1249455-5706-40D3-AF3E-82EAB88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Loop 与 Graph 开始之前，先过确定性门禁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42F91A5-3305-408D-876D-C6D4948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上层负责反复与编排；Harness 在每次执行前独立授权、验证与记录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18FF49-DD72-47C3-B309-9C253C63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3610BA-D279-440B-A046-5B1419F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跨运行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放大反馈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622211-9719-4DFB-8306-211A693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跨节点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显式路由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009B642-7F07-49BA-AA87-82DFCE8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执行前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检查 · 记录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681C5E9-D8CF-4787-B2FE-1EB7466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981075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可靠性先进入节点，Loop 才能放大，Graph 才能编排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105161E-CC49-4F87-B339-0526214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7FE365-305F-45D2-B9B4-EE77970F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模型可以提议工作图；确定性检查器决定放行还是拒绝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1ECC1CD-A4ED-46C5-AC8C-0373052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GraphARC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5de951b2a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8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9b1ebdde14e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8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177d3db5744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8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65b822b61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2FEB96-F8F6-460C-BC74-0C89CA9C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真实事故：伪造工具调用，无需模型也能触发真实动作</a:t>
            </a:r>
          </a:p>
        </p:txBody>
      </p:sp>
      <p:sp>
        <p:nvSpPr>
          <p:cNvPr id="61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A39AD1-24C0-4849-9237-B2644A2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Amazon Bedrock AgentCore InvokeHarness · CVE-2026-18830</a:t>
            </a:r>
          </a:p>
        </p:txBody>
      </p:sp>
      <p:sp>
        <p:nvSpPr>
          <p:cNvPr id="6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77C2C04-5DD0-4AE1-8D78-64D91E9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risk-step-1">
            <a:extLst xmlns:a="http://schemas.openxmlformats.org/drawingml/2006/main">
              <a:ext uri="{FF2B5EF4-FFF2-40B4-BE49-F238E27FC236}">
                <a16:creationId xmlns:a16="http://schemas.microsoft.com/office/drawing/2014/main" id="{6FDF9A51-EEC2-4C37-BAF6-A800AA6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请求末尾塞入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伪造的 tool-use 块</a:t>
            </a:r>
          </a:p>
        </p:txBody>
      </p:sp>
      <p:sp>
        <p:nvSpPr>
          <p:cNvPr id="64" name="risk-number-1">
            <a:extLst xmlns:a="http://schemas.openxmlformats.org/drawingml/2006/main">
              <a:ext uri="{FF2B5EF4-FFF2-40B4-BE49-F238E27FC236}">
                <a16:creationId xmlns:a16="http://schemas.microsoft.com/office/drawing/2014/main" id="{C1151810-C340-4B65-87D3-7C552E4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risk-step-2">
            <a:extLst xmlns:a="http://schemas.openxmlformats.org/drawingml/2006/main">
              <a:ext uri="{FF2B5EF4-FFF2-40B4-BE49-F238E27FC236}">
                <a16:creationId xmlns:a16="http://schemas.microsoft.com/office/drawing/2014/main" id="{9ECF0E25-1C67-43E9-99BA-FE17817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事件循环信任形状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跳过模型回合</a:t>
            </a:r>
          </a:p>
        </p:txBody>
      </p:sp>
      <p:sp>
        <p:nvSpPr>
          <p:cNvPr id="66" name="risk-number-2">
            <a:extLst xmlns:a="http://schemas.openxmlformats.org/drawingml/2006/main">
              <a:ext uri="{FF2B5EF4-FFF2-40B4-BE49-F238E27FC236}">
                <a16:creationId xmlns:a16="http://schemas.microsoft.com/office/drawing/2014/main" id="{D170DFB2-B750-4566-99D3-E7F438F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risk-step-3">
            <a:extLst xmlns:a="http://schemas.openxmlformats.org/drawingml/2006/main">
              <a:ext uri="{FF2B5EF4-FFF2-40B4-BE49-F238E27FC236}">
                <a16:creationId xmlns:a16="http://schemas.microsoft.com/office/drawing/2014/main" id="{63D2B7EE-B21F-4CC1-971D-6C811AC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9EDEE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指定工具被直接执行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真实动作发生</a:t>
            </a:r>
          </a:p>
        </p:txBody>
      </p:sp>
      <p:sp>
        <p:nvSpPr>
          <p:cNvPr id="68" name="risk-number-3">
            <a:extLst xmlns:a="http://schemas.openxmlformats.org/drawingml/2006/main">
              <a:ext uri="{FF2B5EF4-FFF2-40B4-BE49-F238E27FC236}">
                <a16:creationId xmlns:a16="http://schemas.microsoft.com/office/drawing/2014/main" id="{C8A44B56-CA0F-4FB2-93AC-3614D54F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299" name="Straight Arrow Connector 146"/>
          <p:cNvCxnSpPr>
            <a:stCxn xmlns:a="http://schemas.openxmlformats.org/drawingml/2006/main" id="63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61950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cxnSp>
        <p:nvCxnSpPr>
          <p:cNvPr id="300" name="Straight Arrow Connector 147"/>
          <p:cNvCxnSpPr>
            <a:stCxn xmlns:a="http://schemas.openxmlformats.org/drawingml/2006/main" id="65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14375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sp>
        <p:nvSpPr>
          <p:cNvPr id="71" name="execution-gate-label">
            <a:extLst xmlns:a="http://schemas.openxmlformats.org/drawingml/2006/main">
              <a:ext uri="{FF2B5EF4-FFF2-40B4-BE49-F238E27FC236}">
                <a16:creationId xmlns:a16="http://schemas.microsoft.com/office/drawing/2014/main" id="{85F55C4D-2AB2-47EE-9226-4BCE600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72" name="execution-gate">
            <a:extLst xmlns:a="http://schemas.openxmlformats.org/drawingml/2006/main">
              <a:ext uri="{FF2B5EF4-FFF2-40B4-BE49-F238E27FC236}">
                <a16:creationId xmlns:a16="http://schemas.microsoft.com/office/drawing/2014/main" id="{D0E5BD08-A13F-4F1C-BA28-A56E218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81450"/>
            <a:ext cx="900112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执行端拒绝伪造的 tool-use 块；工具运行前独立授权</a:t>
            </a:r>
          </a:p>
        </p:txBody>
      </p:sp>
      <p:sp>
        <p:nvSpPr>
          <p:cNvPr id="73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363DCF82-F62E-4ACF-A096-6E7CEBA4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quote">
            <a:extLst xmlns:a="http://schemas.openxmlformats.org/drawingml/2006/main">
              <a:ext uri="{FF2B5EF4-FFF2-40B4-BE49-F238E27FC236}">
                <a16:creationId xmlns:a16="http://schemas.microsoft.com/office/drawing/2014/main" id="{F369B8D2-A2E8-4396-AC6F-CB009CF6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4974044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83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“authorize at execution, not at generation”</a:t>
            </a:r>
          </a:p>
        </p:txBody>
      </p:sp>
      <p:sp>
        <p:nvSpPr>
          <p:cNvPr id="76" name="security-close">
            <a:extLst xmlns:a="http://schemas.openxmlformats.org/drawingml/2006/main">
              <a:ext uri="{FF2B5EF4-FFF2-40B4-BE49-F238E27FC236}">
                <a16:creationId xmlns:a16="http://schemas.microsoft.com/office/drawing/2014/main" id="{91456300-CFD3-4996-B719-4C302CA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边界必须有人负责；但这不等于每个 OPC 都要自己造 Harness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ca3d6d8944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b88cfb0584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a22409d19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3011be8cf4c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82E3534-000A-41C2-BFDD-913771C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什么时候值得自己掌握边界？看它是否已经进入业务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F936B20-9373-4E58-89E8-40C4B88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判断标准只有一个：运行边界是否已经成为业务差异化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9F49991-4E10-415A-9DF4-82C4A83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E283376-8C62-4B6F-BDF2-42758DD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239250" cy="60960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1F2937"/>
                </a:solidFill>
              </a:defRPr>
            </a:pPr>
            <a:r>
              <a:rPr sz="2250" b="1">
                <a:solidFill>
                  <a:srgbClr val="1F2937"/>
                </a:solidFill>
              </a:rPr>
              <a:t>工具多，不是理由；边界变成业务，才是理由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72430FA5-4932-4B8E-A21D-6644C06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857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1E71C6D-3058-4C95-8B38-37059BB0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边界是通用能力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47B0D11-0FFA-4DA8-9203-5A2459F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67085"/>
                </a:solidFill>
              </a:defRPr>
            </a:pPr>
            <a:r>
              <a:rPr sz="1950" b="1">
                <a:solidFill>
                  <a:srgbClr val="667085"/>
                </a:solidFill>
              </a:rPr>
              <a:t>边界进入业务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69A1A-9FE2-4230-A11F-BDE2524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继续借成熟 Harness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把注意力留给业务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9FE1348-EC33-46AB-8867-7B239678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需要改变模型、工具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门禁、执行世界或知识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1F29330-048A-4C64-B757-A23780F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当标准边界开始限制真实交付，才需要灵活 Harness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5b9dca87744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d34fbd2794b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18bb38a90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77cc99a134d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44E2FD-1D95-432B-AE20-F9A54523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Codex、Claude Code 已经很强：大多数 OPC 应直接借用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4A9C809-92C9-4166-88E3-CEDF6585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成熟 Harness 已把模型变成能工作的产品，而不只是一个会生成代码的模型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D3A680-8D53-4259-B68D-1407D0B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A20A4E-A5CD-4577-8A13-6890D30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它们已经替你做好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工具调用与上下文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沙箱、权限与执行记录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验证与持续检查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4C74F72-D5A0-4C2D-93BC-A8561A9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所以，默认选择应该是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直接借现成 Harness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把稀缺注意力留给业务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634F322-B193-4868-B7FE-1629D21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0A4873B-D054-49D6-B96F-7FEE498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默认答案仍是借现成；只有边界成为业务，才寻找可组合 Harness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40D5A47-746F-4607-9B04-5576484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400" b="0">
                <a:solidFill>
                  <a:srgbClr val="D0D5DD"/>
                </a:solidFill>
              </a:rPr>
              <a:t>Anthropic · Start with the simplest viable system.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A6B61E2-FC28-4981-BB34-C8DAC70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DSH 正是在这个例外里出现：不是替代成熟产品，而是让边界可改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1c29aed774c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4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7c6688f2940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4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92669fb8647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5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fc333cb0d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8A9CB5B-0DDD-4CA0-817A-43295221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公开 14 天，DeepSeek Harness 接近 20 万 GitHub stars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D02A81A-B243-4755-9866-5CD24B30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这股注意力，迅速聚到一套可扩展的 Harness 边界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48310DA-ACF2-4AB9-B43C-4B378DBE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820A077-C6FA-488C-9BB8-57581B04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C2FC547-8F31-4540-8E91-1602116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51720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这是“边界可扩展”需求爆发的信号，不是质量认证</a:t>
            </a:r>
          </a:p>
        </p:txBody>
      </p:sp>
      <p:sp>
        <p:nvSpPr>
          <p:cNvPr id="27" name="need-1">
            <a:extLst xmlns:a="http://schemas.openxmlformats.org/drawingml/2006/main">
              <a:ext uri="{FF2B5EF4-FFF2-40B4-BE49-F238E27FC236}">
                <a16:creationId xmlns:a16="http://schemas.microsoft.com/office/drawing/2014/main" id="{89FC6DBC-2D89-45C3-8617-92775CB0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5810250" cy="2238375"/>
          </a:xfrm>
          <a:prstGeom xmlns:a="http://schemas.openxmlformats.org/drawingml/2006/main" prst="roundRect">
            <a:avLst>
              <a:gd name="adj" fmla="val 340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" name="need-number-1">
            <a:extLst xmlns:a="http://schemas.openxmlformats.org/drawingml/2006/main">
              <a:ext uri="{FF2B5EF4-FFF2-40B4-BE49-F238E27FC236}">
                <a16:creationId xmlns:a16="http://schemas.microsoft.com/office/drawing/2014/main" id="{EDEA05D4-D376-4EAB-828F-249E2E43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953000" cy="800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34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近 20 万</a:t>
            </a:r>
          </a:p>
        </p:txBody>
      </p:sp>
      <p:sp>
        <p:nvSpPr>
          <p:cNvPr id="29" name="need-heading-1">
            <a:extLst xmlns:a="http://schemas.openxmlformats.org/drawingml/2006/main">
              <a:ext uri="{FF2B5EF4-FFF2-40B4-BE49-F238E27FC236}">
                <a16:creationId xmlns:a16="http://schemas.microsoft.com/office/drawing/2014/main" id="{F4BFF754-3EFF-464B-821F-11A8A86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GitHub stars · 公开约 14 天</a:t>
            </a:r>
          </a:p>
        </p:txBody>
      </p:sp>
      <p:sp>
        <p:nvSpPr>
          <p:cNvPr id="30" name="need-body-1">
            <a:extLst xmlns:a="http://schemas.openxmlformats.org/drawingml/2006/main">
              <a:ext uri="{FF2B5EF4-FFF2-40B4-BE49-F238E27FC236}">
                <a16:creationId xmlns:a16="http://schemas.microsoft.com/office/drawing/2014/main" id="{F380BDDF-2DFD-4E61-99E7-1B3F31D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04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085"/>
                </a:solidFill>
                <a:latin typeface="Arial"/>
                <a:ea typeface="Arial"/>
                <a:cs typeface="Arial"/>
              </a:rPr>
              <a:t>199,846 stars · 2026-08-27 快照</a:t>
            </a:r>
          </a:p>
        </p:txBody>
      </p:sp>
      <p:sp>
        <p:nvSpPr>
          <p:cNvPr id="31" name="need-2">
            <a:extLst xmlns:a="http://schemas.openxmlformats.org/drawingml/2006/main">
              <a:ext uri="{FF2B5EF4-FFF2-40B4-BE49-F238E27FC236}">
                <a16:creationId xmlns:a16="http://schemas.microsoft.com/office/drawing/2014/main" id="{15D2A963-B369-47FF-90F7-E226CF97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" name="need-number-2">
            <a:extLst xmlns:a="http://schemas.openxmlformats.org/drawingml/2006/main">
              <a:ext uri="{FF2B5EF4-FFF2-40B4-BE49-F238E27FC236}">
                <a16:creationId xmlns:a16="http://schemas.microsoft.com/office/drawing/2014/main" id="{77860BEE-0CE0-41BE-B30B-D2EE0B6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3" name="need-heading-2">
            <a:extLst xmlns:a="http://schemas.openxmlformats.org/drawingml/2006/main">
              <a:ext uri="{FF2B5EF4-FFF2-40B4-BE49-F238E27FC236}">
                <a16:creationId xmlns:a16="http://schemas.microsoft.com/office/drawing/2014/main" id="{DF5C5F07-BEC1-4C51-AFAB-BF2E433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4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22,820 forks</a:t>
            </a:r>
          </a:p>
        </p:txBody>
      </p:sp>
      <p:sp>
        <p:nvSpPr>
          <p:cNvPr id="34" name="need-body-2">
            <a:extLst xmlns:a="http://schemas.openxmlformats.org/drawingml/2006/main">
              <a:ext uri="{FF2B5EF4-FFF2-40B4-BE49-F238E27FC236}">
                <a16:creationId xmlns:a16="http://schemas.microsoft.com/office/drawing/2014/main" id="{2539F1D8-1368-475D-A7FD-16253FF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81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同日快照</a:t>
            </a:r>
          </a:p>
        </p:txBody>
      </p:sp>
      <p:sp>
        <p:nvSpPr>
          <p:cNvPr id="35" name="need-3">
            <a:extLst xmlns:a="http://schemas.openxmlformats.org/drawingml/2006/main">
              <a:ext uri="{FF2B5EF4-FFF2-40B4-BE49-F238E27FC236}">
                <a16:creationId xmlns:a16="http://schemas.microsoft.com/office/drawing/2014/main" id="{97DACF7E-E6B0-4368-B836-8BBBE45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" name="need-number-3">
            <a:extLst xmlns:a="http://schemas.openxmlformats.org/drawingml/2006/main">
              <a:ext uri="{FF2B5EF4-FFF2-40B4-BE49-F238E27FC236}">
                <a16:creationId xmlns:a16="http://schemas.microsoft.com/office/drawing/2014/main" id="{094E60DB-8D0F-46C9-A39E-5E76D20A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need-heading-3">
            <a:extLst xmlns:a="http://schemas.openxmlformats.org/drawingml/2006/main">
              <a:ext uri="{FF2B5EF4-FFF2-40B4-BE49-F238E27FC236}">
                <a16:creationId xmlns:a16="http://schemas.microsoft.com/office/drawing/2014/main" id="{8FD41C1F-D6A8-447F-B973-902AD6F6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2,286 条生态快照</a:t>
            </a:r>
          </a:p>
        </p:txBody>
      </p:sp>
      <p:sp>
        <p:nvSpPr>
          <p:cNvPr id="38" name="need-body-3">
            <a:extLst xmlns:a="http://schemas.openxmlformats.org/drawingml/2006/main">
              <a:ext uri="{FF2B5EF4-FFF2-40B4-BE49-F238E27FC236}">
                <a16:creationId xmlns:a16="http://schemas.microsoft.com/office/drawing/2014/main" id="{19BC0155-7919-457F-BF62-16F876EB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43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扩展尝试同时涌入</a:t>
            </a:r>
          </a:p>
        </p:txBody>
      </p:sp>
      <p:sp>
        <p:nvSpPr>
          <p:cNvPr id="39" name="need-4">
            <a:extLst xmlns:a="http://schemas.openxmlformats.org/drawingml/2006/main">
              <a:ext uri="{FF2B5EF4-FFF2-40B4-BE49-F238E27FC236}">
                <a16:creationId xmlns:a16="http://schemas.microsoft.com/office/drawing/2014/main" id="{A70D9D8C-951C-4C71-8223-8AF35F59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1910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0" name="need-number-4">
            <a:extLst xmlns:a="http://schemas.openxmlformats.org/drawingml/2006/main">
              <a:ext uri="{FF2B5EF4-FFF2-40B4-BE49-F238E27FC236}">
                <a16:creationId xmlns:a16="http://schemas.microsoft.com/office/drawing/2014/main" id="{6CD96A03-C989-44BB-8459-F1363147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1" name="need-heading-4">
            <a:extLst xmlns:a="http://schemas.openxmlformats.org/drawingml/2006/main">
              <a:ext uri="{FF2B5EF4-FFF2-40B4-BE49-F238E27FC236}">
                <a16:creationId xmlns:a16="http://schemas.microsoft.com/office/drawing/2014/main" id="{1A46D5FA-00B7-4397-97AC-71A53B2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注意力集中在“可扩展边界”</a:t>
            </a:r>
          </a:p>
        </p:txBody>
      </p:sp>
      <p:sp>
        <p:nvSpPr>
          <p:cNvPr id="42" name="need-body-4">
            <a:extLst xmlns:a="http://schemas.openxmlformats.org/drawingml/2006/main">
              <a:ext uri="{FF2B5EF4-FFF2-40B4-BE49-F238E27FC236}">
                <a16:creationId xmlns:a16="http://schemas.microsoft.com/office/drawing/2014/main" id="{C01E49F0-CB81-4861-91FD-8D25BF9C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05275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67085"/>
                </a:solidFill>
                <a:latin typeface="Arial"/>
                <a:ea typeface="Arial"/>
                <a:cs typeface="Arial"/>
              </a:rPr>
              <a:t>但热度不是质量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d236beda943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7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89580ca7d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7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2b5ccb02045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7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af1fc2465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对 OPC，价值不在装得多，而在少盯、敢放、能复用</a:t>
            </a:r>
          </a:p>
        </p:txBody>
      </p:sp>
      <p:sp>
        <p:nvSpPr>
          <p:cNvPr id="4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别人替你探索过，不等于替你验证过</a:t>
            </a:r>
          </a:p>
        </p:txBody>
      </p:sp>
      <p:sp>
        <p:nvSpPr>
          <p:cNvPr id="5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dsh-definition">
            <a:extLst xmlns:a="http://schemas.openxmlformats.org/drawingml/2006/main"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生态的价值：把别人已经做过、自己可以验证的能力借进来</a:t>
            </a:r>
          </a:p>
        </p:txBody>
      </p:sp>
      <p:sp>
        <p:nvSpPr>
          <p:cNvPr id="52" name="takeaway-1">
            <a:extLst xmlns:a="http://schemas.openxmlformats.org/drawingml/2006/main"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 xmlns:a="http://schemas.openxmlformats.org/drawingml/2006/main"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省手</a:t>
            </a:r>
          </a:p>
        </p:txBody>
      </p:sp>
      <p:sp>
        <p:nvSpPr>
          <p:cNvPr id="55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换底座时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少重写</a:t>
            </a:r>
          </a:p>
        </p:txBody>
      </p:sp>
      <p:sp>
        <p:nvSpPr>
          <p:cNvPr id="56" name="takeaway-2">
            <a:extLst xmlns:a="http://schemas.openxmlformats.org/drawingml/2006/main"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 xmlns:a="http://schemas.openxmlformats.org/drawingml/2006/main"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敢放手</a:t>
            </a:r>
          </a:p>
        </p:txBody>
      </p:sp>
      <p:sp>
        <p:nvSpPr>
          <p:cNvPr id="59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审批 fail-closed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事实可重建</a:t>
            </a:r>
          </a:p>
        </p:txBody>
      </p:sp>
      <p:sp>
        <p:nvSpPr>
          <p:cNvPr id="60" name="takeaway-3">
            <a:extLst xmlns:a="http://schemas.openxmlformats.org/drawingml/2006/main"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1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可复用</a:t>
            </a:r>
          </a:p>
        </p:txBody>
      </p:sp>
      <p:sp>
        <p:nvSpPr>
          <p:cNvPr id="63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自己验证过的组合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带到下一项目</a:t>
            </a:r>
          </a:p>
        </p:txBody>
      </p:sp>
      <p:sp>
        <p:nvSpPr>
          <p:cNvPr id="64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quote">
            <a:extLst xmlns:a="http://schemas.openxmlformats.org/drawingml/2006/main"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先验证，再借力；少回手工，敢交真活</a:t>
            </a:r>
          </a:p>
        </p:txBody>
      </p:sp>
      <p:sp>
        <p:nvSpPr>
          <p:cNvPr id="66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9D161A0B-18A7-4F80-B028-3F446CF3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14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OPC 的生产力底座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0db1baec4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33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e8c20560944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34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2d81546fb4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34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bb3918fd34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187CB-8715-40B3-AED3-AE46773C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DSH 不是插件商店；它是一套可组合的 Harness runtime</a:t>
            </a:r>
          </a:p>
        </p:txBody>
      </p:sp>
      <p:sp>
        <p:nvSpPr>
          <p:cNvPr id="6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4E57DF-34BA-4128-8EE0-88D40EF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插件围绕共同合同、执行路径和事实记录工作</a:t>
            </a:r>
          </a:p>
        </p:txBody>
      </p:sp>
      <p:sp>
        <p:nvSpPr>
          <p:cNvPr id="6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B24902F-B67E-4AFB-B4ED-7518A2E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active-label">
            <a:extLst xmlns:a="http://schemas.openxmlformats.org/drawingml/2006/main">
              <a:ext uri="{FF2B5EF4-FFF2-40B4-BE49-F238E27FC236}">
                <a16:creationId xmlns:a16="http://schemas.microsoft.com/office/drawing/2014/main" id="{14E39DD4-AB8F-40A6-ADB0-CDA7C69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四类输入</a:t>
            </a:r>
          </a:p>
        </p:txBody>
      </p:sp>
      <p:sp>
        <p:nvSpPr>
          <p:cNvPr id="70" name="dsh-plugin-1">
            <a:extLst xmlns:a="http://schemas.openxmlformats.org/drawingml/2006/main">
              <a:ext uri="{FF2B5EF4-FFF2-40B4-BE49-F238E27FC236}">
                <a16:creationId xmlns:a16="http://schemas.microsoft.com/office/drawing/2014/main" id="{16FC36F2-5315-4DAC-B5AD-298CFF3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模型</a:t>
            </a:r>
          </a:p>
        </p:txBody>
      </p:sp>
      <p:sp>
        <p:nvSpPr>
          <p:cNvPr id="71" name="dsh-plugin-2">
            <a:extLst xmlns:a="http://schemas.openxmlformats.org/drawingml/2006/main">
              <a:ext uri="{FF2B5EF4-FFF2-40B4-BE49-F238E27FC236}">
                <a16:creationId xmlns:a16="http://schemas.microsoft.com/office/drawing/2014/main" id="{E98323BA-19CE-40B8-AE10-19E47B7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工具</a:t>
            </a:r>
          </a:p>
        </p:txBody>
      </p:sp>
      <p:sp>
        <p:nvSpPr>
          <p:cNvPr id="72" name="dsh-plugin-3">
            <a:extLst xmlns:a="http://schemas.openxmlformats.org/drawingml/2006/main">
              <a:ext uri="{FF2B5EF4-FFF2-40B4-BE49-F238E27FC236}">
                <a16:creationId xmlns:a16="http://schemas.microsoft.com/office/drawing/2014/main" id="{17B1C388-9D63-4D6D-BBE3-3C7FB7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执行后端</a:t>
            </a:r>
          </a:p>
        </p:txBody>
      </p:sp>
      <p:sp>
        <p:nvSpPr>
          <p:cNvPr id="73" name="dsh-plugin-4">
            <a:extLst xmlns:a="http://schemas.openxmlformats.org/drawingml/2006/main">
              <a:ext uri="{FF2B5EF4-FFF2-40B4-BE49-F238E27FC236}">
                <a16:creationId xmlns:a16="http://schemas.microsoft.com/office/drawing/2014/main" id="{95DAEC01-B598-4925-A4AE-FBC66EC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规则 / Loop</a:t>
            </a:r>
          </a:p>
        </p:txBody>
      </p:sp>
      <p:sp>
        <p:nvSpPr>
          <p:cNvPr id="74" name="dsh-runtime">
            <a:extLst xmlns:a="http://schemas.openxmlformats.org/drawingml/2006/main">
              <a:ext uri="{FF2B5EF4-FFF2-40B4-BE49-F238E27FC236}">
                <a16:creationId xmlns:a16="http://schemas.microsoft.com/office/drawing/2014/main" id="{843F84F0-26B0-43FD-8447-B14D15E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8763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共同合同：模型、工具、后端与规则可组合、可替换</a:t>
            </a:r>
          </a:p>
        </p:txBody>
      </p:sp>
      <p:cxnSp>
        <p:nvCxnSpPr>
          <p:cNvPr id="351" name="Elbow Connector 166"/>
          <p:cNvCxnSpPr>
            <a:stCxn xmlns:a="http://schemas.openxmlformats.org/drawingml/2006/main" id="70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947863" y="3009900"/>
            <a:ext cx="41481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52" name="Elbow Connector 167"/>
          <p:cNvCxnSpPr>
            <a:stCxn xmlns:a="http://schemas.openxmlformats.org/drawingml/2006/main" id="71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4662488" y="3009900"/>
            <a:ext cx="14335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53" name="Elbow Connector 168"/>
          <p:cNvCxnSpPr>
            <a:stCxn xmlns:a="http://schemas.openxmlformats.org/drawingml/2006/main" id="7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12811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354" name="Elbow Connector 169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39957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79" name="session-log">
            <a:extLst xmlns:a="http://schemas.openxmlformats.org/drawingml/2006/main">
              <a:ext uri="{FF2B5EF4-FFF2-40B4-BE49-F238E27FC236}">
                <a16:creationId xmlns:a16="http://schemas.microsoft.com/office/drawing/2014/main" id="{102CE0CD-E2BD-4796-B566-A676A78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7239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共同事实：发生过的行动按顺序留下</a:t>
            </a:r>
          </a:p>
        </p:txBody>
      </p:sp>
      <p:cxnSp>
        <p:nvCxnSpPr>
          <p:cNvPr id="356" name="Straight Arrow Connector 171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096000" y="39243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81" name="log-label">
            <a:extLst xmlns:a="http://schemas.openxmlformats.org/drawingml/2006/main">
              <a:ext uri="{FF2B5EF4-FFF2-40B4-BE49-F238E27FC236}">
                <a16:creationId xmlns:a16="http://schemas.microsoft.com/office/drawing/2014/main" id="{A336EA11-672E-4336-A7BF-B9F17DB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26A78"/>
                </a:solidFill>
                <a:latin typeface="Arial"/>
                <a:ea typeface="Arial"/>
                <a:cs typeface="Arial"/>
              </a:rPr>
              <a:t>append-only session log</a:t>
            </a:r>
          </a:p>
        </p:txBody>
      </p:sp>
      <p:sp>
        <p:nvSpPr>
          <p:cNvPr id="82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528257E1-D239-483E-A6F7-7F6C80B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quote">
            <a:extLst xmlns:a="http://schemas.openxmlformats.org/drawingml/2006/main">
              <a:ext uri="{FF2B5EF4-FFF2-40B4-BE49-F238E27FC236}">
                <a16:creationId xmlns:a16="http://schemas.microsoft.com/office/drawing/2014/main" id="{E618B42D-B738-4920-8699-AF354EA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92" y="5372100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插件扩展 Harness；Harness 负责运行合同与事实记录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89f9b9d73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6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014ae3c24e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6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91e68ff4649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6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b9170139c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74F2BB-831F-400F-AFB8-0539246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插件进入执行链后，真正的问题变成：谁说了算？</a:t>
            </a:r>
          </a:p>
        </p:txBody>
      </p:sp>
      <p:sp>
        <p:nvSpPr>
          <p:cNvPr id="4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6B6CEC-E271-45F3-AD5D-902B16B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可组合只是入口；接入、替换、放行、追溯都需要明确责任</a:t>
            </a:r>
          </a:p>
        </p:txBody>
      </p:sp>
      <p:sp>
        <p:nvSpPr>
          <p:cNvPr id="4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AB38078-8304-4034-A9F5-F199B31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extension-1">
            <a:extLst xmlns:a="http://schemas.openxmlformats.org/drawingml/2006/main">
              <a:ext uri="{FF2B5EF4-FFF2-40B4-BE49-F238E27FC236}">
                <a16:creationId xmlns:a16="http://schemas.microsoft.com/office/drawing/2014/main" id="{1D8F1106-7DDA-4018-A32A-8805FD6D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3" name="extension-heading-1">
            <a:extLst xmlns:a="http://schemas.openxmlformats.org/drawingml/2006/main">
              <a:ext uri="{FF2B5EF4-FFF2-40B4-BE49-F238E27FC236}">
                <a16:creationId xmlns:a16="http://schemas.microsoft.com/office/drawing/2014/main" id="{23E8B89B-53E5-435F-9003-473E2B0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接入</a:t>
            </a:r>
          </a:p>
        </p:txBody>
      </p:sp>
      <p:sp>
        <p:nvSpPr>
          <p:cNvPr id="44" name="extension-body-1">
            <a:extLst xmlns:a="http://schemas.openxmlformats.org/drawingml/2006/main">
              <a:ext uri="{FF2B5EF4-FFF2-40B4-BE49-F238E27FC236}">
                <a16:creationId xmlns:a16="http://schemas.microsoft.com/office/drawing/2014/main" id="{B29AF623-6CB7-45F1-B01C-DD10FCC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谁允许它进来？ · registry</a:t>
            </a:r>
          </a:p>
        </p:txBody>
      </p:sp>
      <p:sp>
        <p:nvSpPr>
          <p:cNvPr id="45" name="extension-2">
            <a:extLst xmlns:a="http://schemas.openxmlformats.org/drawingml/2006/main">
              <a:ext uri="{FF2B5EF4-FFF2-40B4-BE49-F238E27FC236}">
                <a16:creationId xmlns:a16="http://schemas.microsoft.com/office/drawing/2014/main" id="{1ABF8853-5B4C-4788-87DB-13C8960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" name="extension-heading-2">
            <a:extLst xmlns:a="http://schemas.openxmlformats.org/drawingml/2006/main">
              <a:ext uri="{FF2B5EF4-FFF2-40B4-BE49-F238E27FC236}">
                <a16:creationId xmlns:a16="http://schemas.microsoft.com/office/drawing/2014/main" id="{E519C0F9-DD9B-4265-93FF-6E82CF2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替换</a:t>
            </a:r>
          </a:p>
        </p:txBody>
      </p:sp>
      <p:sp>
        <p:nvSpPr>
          <p:cNvPr id="47" name="extension-body-2">
            <a:extLst xmlns:a="http://schemas.openxmlformats.org/drawingml/2006/main">
              <a:ext uri="{FF2B5EF4-FFF2-40B4-BE49-F238E27FC236}">
                <a16:creationId xmlns:a16="http://schemas.microsoft.com/office/drawing/2014/main" id="{7DD9B057-2D38-497E-B6AC-B6B06F9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谁能换实现？ · adapter + seam</a:t>
            </a:r>
          </a:p>
        </p:txBody>
      </p:sp>
      <p:sp>
        <p:nvSpPr>
          <p:cNvPr id="48" name="extension-3">
            <a:extLst xmlns:a="http://schemas.openxmlformats.org/drawingml/2006/main">
              <a:ext uri="{FF2B5EF4-FFF2-40B4-BE49-F238E27FC236}">
                <a16:creationId xmlns:a16="http://schemas.microsoft.com/office/drawing/2014/main" id="{171C104B-F5C6-4932-82DE-416138B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" name="extension-heading-3">
            <a:extLst xmlns:a="http://schemas.openxmlformats.org/drawingml/2006/main">
              <a:ext uri="{FF2B5EF4-FFF2-40B4-BE49-F238E27FC236}">
                <a16:creationId xmlns:a16="http://schemas.microsoft.com/office/drawing/2014/main" id="{56CFAD58-4A89-4EFB-AA09-2093BED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放行</a:t>
            </a:r>
          </a:p>
        </p:txBody>
      </p:sp>
      <p:sp>
        <p:nvSpPr>
          <p:cNvPr id="50" name="extension-body-3">
            <a:extLst xmlns:a="http://schemas.openxmlformats.org/drawingml/2006/main">
              <a:ext uri="{FF2B5EF4-FFF2-40B4-BE49-F238E27FC236}">
                <a16:creationId xmlns:a16="http://schemas.microsoft.com/office/drawing/2014/main" id="{6DA052A6-F726-477B-B831-5896DF6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谁在执行前签字？ · gate</a:t>
            </a:r>
          </a:p>
        </p:txBody>
      </p:sp>
      <p:sp>
        <p:nvSpPr>
          <p:cNvPr id="51" name="extension-4">
            <a:extLst xmlns:a="http://schemas.openxmlformats.org/drawingml/2006/main">
              <a:ext uri="{FF2B5EF4-FFF2-40B4-BE49-F238E27FC236}">
                <a16:creationId xmlns:a16="http://schemas.microsoft.com/office/drawing/2014/main" id="{BE4F8065-BC3D-4C8F-843B-C08EDD53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2" name="extension-heading-4">
            <a:extLst xmlns:a="http://schemas.openxmlformats.org/drawingml/2006/main">
              <a:ext uri="{FF2B5EF4-FFF2-40B4-BE49-F238E27FC236}">
                <a16:creationId xmlns:a16="http://schemas.microsoft.com/office/drawing/2014/main" id="{27E3E698-88E1-4048-AFB2-2B41208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重建事实</a:t>
            </a:r>
          </a:p>
        </p:txBody>
      </p:sp>
      <p:sp>
        <p:nvSpPr>
          <p:cNvPr id="53" name="extension-body-4">
            <a:extLst xmlns:a="http://schemas.openxmlformats.org/drawingml/2006/main">
              <a:ext uri="{FF2B5EF4-FFF2-40B4-BE49-F238E27FC236}">
                <a16:creationId xmlns:a16="http://schemas.microsoft.com/office/drawing/2014/main" id="{1850AA84-52D3-4EB7-914D-BDF0CCA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谁能还原事实？ · session log</a:t>
            </a:r>
          </a:p>
        </p:txBody>
      </p:sp>
      <p:sp>
        <p:nvSpPr>
          <p:cNvPr id="54" name="own-vs-borrow">
            <a:extLst xmlns:a="http://schemas.openxmlformats.org/drawingml/2006/main">
              <a:ext uri="{FF2B5EF4-FFF2-40B4-BE49-F238E27FC236}">
                <a16:creationId xmlns:a16="http://schemas.microsoft.com/office/drawing/2014/main" id="{6070D37D-07A9-4D8A-A669-78151B9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四问不是插件功能清单，而是运行边界的责任清单</a:t>
            </a:r>
          </a:p>
        </p:txBody>
      </p:sp>
      <p:sp>
        <p:nvSpPr>
          <p:cNvPr id="55" name="slide20-callout">
            <a:extLst xmlns:a="http://schemas.openxmlformats.org/drawingml/2006/main">
              <a:ext uri="{FF2B5EF4-FFF2-40B4-BE49-F238E27FC236}">
                <a16:creationId xmlns:a16="http://schemas.microsoft.com/office/drawing/2014/main" id="{5FEDAD16-19B4-4E7A-B0F9-540564C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如果答案永远是厂商或插件作者，边界就不在你手里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b01c9dce8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35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745563ac4a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8d1f09ff3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37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a091dd98d4b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084A818-FBCD-49FC-AACD-F5F79EE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在手，不是都自己做，而是关键时刻你有 final say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321B43-121A-40EB-B6FB-E019D34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部件继续借；owner 决定什么进入、什么可换、什么能执行、事实如何留下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076CAB-7FB0-4589-8AE9-651B39D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6611547-DB1F-439E-A41C-441873A7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20A318D-C522-45D3-BC15-2946FC5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OWNER 的 FINAL SAY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825DE6-67C0-426E-A601-C48D617D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7CEDA"/>
                </a:solidFill>
              </a:defRPr>
            </a:pPr>
            <a:r>
              <a:rPr sz="1125" b="0">
                <a:solidFill>
                  <a:srgbClr val="C7CEDA"/>
                </a:solidFill>
              </a:rPr>
              <a:t>这就是本 talk 对“边界在手”的定义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7FA2AA6-F310-4EA7-82D5-D220535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我决定接什么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registry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DB9FCCE-D973-42B3-AC3A-5583AA29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我决定换什么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adapter + seam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7477249-8D3A-4A94-8DBB-371A153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我决定何时执行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enforced gate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724FE35-1EF9-4451-A3CD-D3C8864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7CE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我决定如何追溯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423"/>
                </a:solidFill>
              </a:defRPr>
            </a:pPr>
            <a:r>
              <a:rPr sz="1650" b="1">
                <a:solidFill>
                  <a:srgbClr val="0F1423"/>
                </a:solidFill>
              </a:rPr>
              <a:t>session log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BDD96AF-E6C1-499E-B2E8-C4A2DEC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部件可借，决定权不能外包</a:t>
            </a:r>
          </a:p>
        </p:txBody>
      </p:sp>
      <p:cxnSp>
        <p:nvCxnSpPr>
          <p:cNvPr id="249" name="Straight Arrow Connector 80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929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250" name="Straight Arrow Connector 8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53125" y="3929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97fc3901d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7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b1334d7964a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7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1aa978b24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7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a489eb0b347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回答封面：OPC 要掌握到 Harness 这一层</a:t>
            </a:r>
          </a:p>
        </p:txBody>
      </p:sp>
      <p:sp>
        <p:nvSpPr>
          <p:cNvPr id="4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不是为了造框架，而是知道何时借、何时改、何时必须自己决定</a:t>
            </a:r>
          </a:p>
        </p:txBody>
      </p:sp>
      <p:sp>
        <p:nvSpPr>
          <p:cNvPr id="5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dsh-definition">
            <a:extLst xmlns:a="http://schemas.openxmlformats.org/drawingml/2006/main"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掌握深度，不按工具数量算；按你对运行边界的责任算</a:t>
            </a:r>
          </a:p>
        </p:txBody>
      </p:sp>
      <p:sp>
        <p:nvSpPr>
          <p:cNvPr id="52" name="takeaway-1">
            <a:extLst xmlns:a="http://schemas.openxmlformats.org/drawingml/2006/main"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 xmlns:a="http://schemas.openxmlformats.org/drawingml/2006/main"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会用成熟 Harness</a:t>
            </a:r>
          </a:p>
        </p:txBody>
      </p:sp>
      <p:sp>
        <p:nvSpPr>
          <p:cNvPr id="55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常见任务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直接借现成</a:t>
            </a:r>
          </a:p>
        </p:txBody>
      </p:sp>
      <p:sp>
        <p:nvSpPr>
          <p:cNvPr id="56" name="takeaway-2">
            <a:extLst xmlns:a="http://schemas.openxmlformats.org/drawingml/2006/main"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7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 xmlns:a="http://schemas.openxmlformats.org/drawingml/2006/main"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看懂运行边界</a:t>
            </a:r>
          </a:p>
        </p:txBody>
      </p:sp>
      <p:sp>
        <p:nvSpPr>
          <p:cNvPr id="59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权限、门禁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验证与记录</a:t>
            </a:r>
          </a:p>
        </p:txBody>
      </p:sp>
      <p:sp>
        <p:nvSpPr>
          <p:cNvPr id="60" name="takeaway-3">
            <a:extLst xmlns:a="http://schemas.openxmlformats.org/drawingml/2006/main"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1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需要时握住 final say</a:t>
            </a:r>
          </a:p>
        </p:txBody>
      </p:sp>
      <p:sp>
        <p:nvSpPr>
          <p:cNvPr id="63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差异化进入执行链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自己决定四件事</a:t>
            </a:r>
          </a:p>
        </p:txBody>
      </p:sp>
      <p:sp>
        <p:nvSpPr>
          <p:cNvPr id="64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quote">
            <a:extLst xmlns:a="http://schemas.openxmlformats.org/drawingml/2006/main"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部件可借，边界自己定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ecdf2b07445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51908" y="1476375"/>
            <a:ext cx="9144000" cy="2857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/>
            </a:pPr>
            <a:r>
              <a:rPr sz="345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谢谢</a:t>
            </a:r>
          </a:p>
          <a:p xmlns:a="http://schemas.openxmlformats.org/drawingml/2006/main">
            <a:pPr algn="ctr">
              <a:buNone/>
              <a:defRPr sz="3450"/>
            </a:pPr>
            <a:r>
              <a:rPr sz="345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部件可借，边界自己定</a:t>
            </a:r>
          </a:p>
          <a:p xmlns:a="http://schemas.openxmlformats.org/drawingml/2006/main">
            <a:pPr>
              <a:buNone/>
            </a:pPr>
            <a:r>
              <a:rPr sz="1350"/>
              <a:t/>
            </a:r>
          </a:p>
          <a:p xmlns:a="http://schemas.openxmlformats.org/drawingml/2006/main">
            <a:pPr algn="ctr">
              <a:buNone/>
              <a:defRPr sz="3450"/>
            </a:pPr>
            <a:r>
              <a:rPr sz="2200" b="1">
                <a:solidFill>
                  <a:srgbClr val="111827"/>
                </a:solidFill>
                <a:latin typeface="Arial Black"/>
                <a:ea typeface="Arial Black"/>
                <a:cs typeface="Arial Black"/>
              </a:rPr>
              <a:t>Ethan Jiang</a:t>
            </a: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c4d86caa3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d711bab3743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129d67227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35fee4b3d42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2026-08-28T07:03:11.0110000Z</dcterms:created>
  <dcterms:modified xsi:type="dcterms:W3CDTF">2026-08-28T07:03:11.0110000Z</dcterms:modified>
</coreProperties>
</file>