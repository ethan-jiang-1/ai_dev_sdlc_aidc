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524000" y="1322705"/>
            <a:ext cx="9144000" cy="960120"/>
          </a:xfrm>
        </p:spPr>
        <p:txBody>
          <a:bodyPr>
            <a:normAutofit fontScale="90000"/>
          </a:bodyPr>
          <a:p>
            <a:r>
              <a:rPr lang="zh-CN" altLang="en-US" sz="5335">
                <a:solidFill>
                  <a:srgbClr val="C00000"/>
                </a:solidFill>
                <a:effectLst/>
                <a:latin typeface="+mj-ea"/>
              </a:rPr>
              <a:t>示例标题</a:t>
            </a:r>
            <a:endParaRPr lang="zh-CN" altLang="en-US" sz="5335">
              <a:solidFill>
                <a:srgbClr val="C00000"/>
              </a:solidFill>
              <a:effectLst/>
              <a:latin typeface="+mj-ea"/>
            </a:endParaRPr>
          </a:p>
        </p:txBody>
      </p:sp>
      <p:pic>
        <p:nvPicPr>
          <p:cNvPr id="15" name="图片 14"/>
          <p:cNvPicPr/>
          <p:nvPr/>
        </p:nvPicPr>
        <p:blipFill>
          <a:blip r:embed="rId2"/>
          <a:stretch>
            <a:fillRect/>
          </a:stretch>
        </p:blipFill>
        <p:spPr>
          <a:xfrm>
            <a:off x="9292590" y="321310"/>
            <a:ext cx="2756535" cy="487680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3"/>
          <a:stretch>
            <a:fillRect/>
          </a:stretch>
        </p:blipFill>
        <p:spPr>
          <a:xfrm>
            <a:off x="2835910" y="187960"/>
            <a:ext cx="1130300" cy="753745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4"/>
          <a:stretch>
            <a:fillRect/>
          </a:stretch>
        </p:blipFill>
        <p:spPr>
          <a:xfrm>
            <a:off x="-35560" y="76835"/>
            <a:ext cx="1673860" cy="976630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5"/>
          <a:stretch>
            <a:fillRect/>
          </a:stretch>
        </p:blipFill>
        <p:spPr>
          <a:xfrm>
            <a:off x="1551940" y="0"/>
            <a:ext cx="1197610" cy="16948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-14605"/>
            <a:ext cx="12191365" cy="687324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9292590" y="321310"/>
            <a:ext cx="2756535" cy="48768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2835910" y="187960"/>
            <a:ext cx="1130300" cy="753745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4"/>
          <a:stretch>
            <a:fillRect/>
          </a:stretch>
        </p:blipFill>
        <p:spPr>
          <a:xfrm>
            <a:off x="-35560" y="76835"/>
            <a:ext cx="1673860" cy="97663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5"/>
          <a:stretch>
            <a:fillRect/>
          </a:stretch>
        </p:blipFill>
        <p:spPr>
          <a:xfrm>
            <a:off x="1551940" y="0"/>
            <a:ext cx="1197610" cy="1694815"/>
          </a:xfrm>
          <a:prstGeom prst="rect">
            <a:avLst/>
          </a:prstGeom>
        </p:spPr>
      </p:pic>
      <p:sp>
        <p:nvSpPr>
          <p:cNvPr id="15" name="标题 14"/>
          <p:cNvSpPr>
            <a:spLocks noGrp="1"/>
          </p:cNvSpPr>
          <p:nvPr>
            <p:ph type="ctrTitle"/>
          </p:nvPr>
        </p:nvSpPr>
        <p:spPr>
          <a:xfrm>
            <a:off x="1638300" y="2941955"/>
            <a:ext cx="9144000" cy="960120"/>
          </a:xfrm>
        </p:spPr>
        <p:txBody>
          <a:bodyPr>
            <a:normAutofit fontScale="90000"/>
          </a:bodyPr>
          <a:p>
            <a:r>
              <a:rPr lang="zh-CN" altLang="en-US" sz="5335">
                <a:solidFill>
                  <a:srgbClr val="C00000"/>
                </a:solidFill>
                <a:effectLst/>
                <a:latin typeface="+mj-ea"/>
              </a:rPr>
              <a:t>内容页面</a:t>
            </a:r>
            <a:endParaRPr lang="zh-CN" altLang="en-US" sz="5335">
              <a:solidFill>
                <a:srgbClr val="C00000"/>
              </a:solidFill>
              <a:effectLst/>
              <a:latin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苹方-简 中粗体</vt:lpstr>
      <vt:lpstr>FFont-Family</vt:lpstr>
      <vt:lpstr>Sitka Display</vt:lpstr>
      <vt:lpstr>WPS​​</vt:lpstr>
      <vt:lpstr>PowerPoint 演示文稿</vt:lpstr>
      <vt:lpstr>示例标题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6</cp:revision>
  <dcterms:created xsi:type="dcterms:W3CDTF">2023-07-11T07:43:00Z</dcterms:created>
  <dcterms:modified xsi:type="dcterms:W3CDTF">2026-08-24T10:01:40Z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2052-12.1.0.28032</vt:lpwstr>
  </property>
  <property fmtid="{D5CDD505-2E9C-101B-9397-08002B2CF9AE}" pid="3" name="ICV">
    <vt:lpwstr>0836A2A448AF4EDC9264E3069685B4A3_11</vt:lpwstr>
  </property>
</Properties>
</file>